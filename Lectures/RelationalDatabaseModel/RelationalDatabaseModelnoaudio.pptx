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2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8" r:id="rId20"/>
    <p:sldId id="302" r:id="rId21"/>
    <p:sldId id="30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11A4C-CD10-4EF5-9A7C-7EEE135FA767}" v="6" dt="2026-01-18T01:30:41.2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Powell" userId="67fc0dff-6db8-4f1b-ac54-75c6f741d683" providerId="ADAL" clId="{E6AFD2F6-340B-4F5E-88D8-0BCD0CADE410}"/>
    <pc:docChg chg="undo custSel addSld delSld modSld">
      <pc:chgData name="Jason Powell" userId="67fc0dff-6db8-4f1b-ac54-75c6f741d683" providerId="ADAL" clId="{E6AFD2F6-340B-4F5E-88D8-0BCD0CADE410}" dt="2026-01-18T02:06:33.694" v="1082" actId="6549"/>
      <pc:docMkLst>
        <pc:docMk/>
      </pc:docMkLst>
      <pc:sldChg chg="modSp mod">
        <pc:chgData name="Jason Powell" userId="67fc0dff-6db8-4f1b-ac54-75c6f741d683" providerId="ADAL" clId="{E6AFD2F6-340B-4F5E-88D8-0BCD0CADE410}" dt="2026-01-18T02:06:33.694" v="1082" actId="6549"/>
        <pc:sldMkLst>
          <pc:docMk/>
          <pc:sldMk cId="4292133197" sldId="282"/>
        </pc:sldMkLst>
        <pc:spChg chg="mod">
          <ac:chgData name="Jason Powell" userId="67fc0dff-6db8-4f1b-ac54-75c6f741d683" providerId="ADAL" clId="{E6AFD2F6-340B-4F5E-88D8-0BCD0CADE410}" dt="2026-01-18T00:45:09.261" v="0"/>
          <ac:spMkLst>
            <pc:docMk/>
            <pc:sldMk cId="4292133197" sldId="282"/>
            <ac:spMk id="4" creationId="{23E731CE-83A7-243E-00A6-9C36CDE3DE9D}"/>
          </ac:spMkLst>
        </pc:spChg>
        <pc:spChg chg="mod">
          <ac:chgData name="Jason Powell" userId="67fc0dff-6db8-4f1b-ac54-75c6f741d683" providerId="ADAL" clId="{E6AFD2F6-340B-4F5E-88D8-0BCD0CADE410}" dt="2026-01-18T02:06:33.694" v="1082" actId="6549"/>
          <ac:spMkLst>
            <pc:docMk/>
            <pc:sldMk cId="4292133197" sldId="282"/>
            <ac:spMk id="5" creationId="{4E1EE3A2-B260-9A2B-2BC6-58689BDDCB5C}"/>
          </ac:spMkLst>
        </pc:spChg>
      </pc:sldChg>
      <pc:sldChg chg="modSp">
        <pc:chgData name="Jason Powell" userId="67fc0dff-6db8-4f1b-ac54-75c6f741d683" providerId="ADAL" clId="{E6AFD2F6-340B-4F5E-88D8-0BCD0CADE410}" dt="2026-01-18T00:45:09.261" v="0"/>
        <pc:sldMkLst>
          <pc:docMk/>
          <pc:sldMk cId="2688348659" sldId="284"/>
        </pc:sldMkLst>
        <pc:spChg chg="mod">
          <ac:chgData name="Jason Powell" userId="67fc0dff-6db8-4f1b-ac54-75c6f741d683" providerId="ADAL" clId="{E6AFD2F6-340B-4F5E-88D8-0BCD0CADE410}" dt="2026-01-18T00:45:09.261" v="0"/>
          <ac:spMkLst>
            <pc:docMk/>
            <pc:sldMk cId="2688348659" sldId="284"/>
            <ac:spMk id="2" creationId="{AA4B1BAC-4721-B88D-B1C9-120F141F1A96}"/>
          </ac:spMkLst>
        </pc:spChg>
        <pc:spChg chg="mod">
          <ac:chgData name="Jason Powell" userId="67fc0dff-6db8-4f1b-ac54-75c6f741d683" providerId="ADAL" clId="{E6AFD2F6-340B-4F5E-88D8-0BCD0CADE410}" dt="2026-01-18T00:45:09.261" v="0"/>
          <ac:spMkLst>
            <pc:docMk/>
            <pc:sldMk cId="2688348659" sldId="284"/>
            <ac:spMk id="3" creationId="{522752E8-52B3-B7DF-B789-86D191296A79}"/>
          </ac:spMkLst>
        </pc:spChg>
      </pc:sldChg>
      <pc:sldChg chg="modSp">
        <pc:chgData name="Jason Powell" userId="67fc0dff-6db8-4f1b-ac54-75c6f741d683" providerId="ADAL" clId="{E6AFD2F6-340B-4F5E-88D8-0BCD0CADE410}" dt="2026-01-18T00:45:09.261" v="0"/>
        <pc:sldMkLst>
          <pc:docMk/>
          <pc:sldMk cId="2976248674" sldId="285"/>
        </pc:sldMkLst>
        <pc:spChg chg="mod">
          <ac:chgData name="Jason Powell" userId="67fc0dff-6db8-4f1b-ac54-75c6f741d683" providerId="ADAL" clId="{E6AFD2F6-340B-4F5E-88D8-0BCD0CADE410}" dt="2026-01-18T00:45:09.261" v="0"/>
          <ac:spMkLst>
            <pc:docMk/>
            <pc:sldMk cId="2976248674" sldId="285"/>
            <ac:spMk id="2" creationId="{CC90A0A5-FF13-F586-92BB-BE5BEF40A7C9}"/>
          </ac:spMkLst>
        </pc:spChg>
        <pc:spChg chg="mod">
          <ac:chgData name="Jason Powell" userId="67fc0dff-6db8-4f1b-ac54-75c6f741d683" providerId="ADAL" clId="{E6AFD2F6-340B-4F5E-88D8-0BCD0CADE410}" dt="2026-01-18T00:45:09.261" v="0"/>
          <ac:spMkLst>
            <pc:docMk/>
            <pc:sldMk cId="2976248674" sldId="285"/>
            <ac:spMk id="3" creationId="{C3EED2CE-700D-AD7B-8349-912FDCD6019F}"/>
          </ac:spMkLst>
        </pc:spChg>
      </pc:sldChg>
      <pc:sldChg chg="modSp">
        <pc:chgData name="Jason Powell" userId="67fc0dff-6db8-4f1b-ac54-75c6f741d683" providerId="ADAL" clId="{E6AFD2F6-340B-4F5E-88D8-0BCD0CADE410}" dt="2026-01-18T00:45:09.261" v="0"/>
        <pc:sldMkLst>
          <pc:docMk/>
          <pc:sldMk cId="2440509372" sldId="286"/>
        </pc:sldMkLst>
        <pc:spChg chg="mod">
          <ac:chgData name="Jason Powell" userId="67fc0dff-6db8-4f1b-ac54-75c6f741d683" providerId="ADAL" clId="{E6AFD2F6-340B-4F5E-88D8-0BCD0CADE410}" dt="2026-01-18T00:45:09.261" v="0"/>
          <ac:spMkLst>
            <pc:docMk/>
            <pc:sldMk cId="2440509372" sldId="286"/>
            <ac:spMk id="2" creationId="{CF281F9F-F358-D2AF-21B8-C14EFD33110D}"/>
          </ac:spMkLst>
        </pc:spChg>
        <pc:spChg chg="mod">
          <ac:chgData name="Jason Powell" userId="67fc0dff-6db8-4f1b-ac54-75c6f741d683" providerId="ADAL" clId="{E6AFD2F6-340B-4F5E-88D8-0BCD0CADE410}" dt="2026-01-18T00:45:09.261" v="0"/>
          <ac:spMkLst>
            <pc:docMk/>
            <pc:sldMk cId="2440509372" sldId="286"/>
            <ac:spMk id="3" creationId="{7672CB9A-A8DE-77E5-113E-E04C9352D94D}"/>
          </ac:spMkLst>
        </pc:spChg>
      </pc:sldChg>
      <pc:sldChg chg="modSp">
        <pc:chgData name="Jason Powell" userId="67fc0dff-6db8-4f1b-ac54-75c6f741d683" providerId="ADAL" clId="{E6AFD2F6-340B-4F5E-88D8-0BCD0CADE410}" dt="2026-01-18T00:45:09.261" v="0"/>
        <pc:sldMkLst>
          <pc:docMk/>
          <pc:sldMk cId="606860061" sldId="287"/>
        </pc:sldMkLst>
        <pc:spChg chg="mod">
          <ac:chgData name="Jason Powell" userId="67fc0dff-6db8-4f1b-ac54-75c6f741d683" providerId="ADAL" clId="{E6AFD2F6-340B-4F5E-88D8-0BCD0CADE410}" dt="2026-01-18T00:45:09.261" v="0"/>
          <ac:spMkLst>
            <pc:docMk/>
            <pc:sldMk cId="606860061" sldId="287"/>
            <ac:spMk id="2" creationId="{52E1C5EA-E1D6-DAB6-07F5-B3F5124A9FA7}"/>
          </ac:spMkLst>
        </pc:spChg>
      </pc:sldChg>
      <pc:sldChg chg="modSp mod">
        <pc:chgData name="Jason Powell" userId="67fc0dff-6db8-4f1b-ac54-75c6f741d683" providerId="ADAL" clId="{E6AFD2F6-340B-4F5E-88D8-0BCD0CADE410}" dt="2026-01-18T00:47:58.754" v="1" actId="20577"/>
        <pc:sldMkLst>
          <pc:docMk/>
          <pc:sldMk cId="1064749429" sldId="288"/>
        </pc:sldMkLst>
        <pc:spChg chg="mod">
          <ac:chgData name="Jason Powell" userId="67fc0dff-6db8-4f1b-ac54-75c6f741d683" providerId="ADAL" clId="{E6AFD2F6-340B-4F5E-88D8-0BCD0CADE410}" dt="2026-01-18T00:45:09.261" v="0"/>
          <ac:spMkLst>
            <pc:docMk/>
            <pc:sldMk cId="1064749429" sldId="288"/>
            <ac:spMk id="2" creationId="{74656374-21EB-E9C5-BED7-2111548F6343}"/>
          </ac:spMkLst>
        </pc:spChg>
        <pc:spChg chg="mod">
          <ac:chgData name="Jason Powell" userId="67fc0dff-6db8-4f1b-ac54-75c6f741d683" providerId="ADAL" clId="{E6AFD2F6-340B-4F5E-88D8-0BCD0CADE410}" dt="2026-01-18T00:47:58.754" v="1" actId="20577"/>
          <ac:spMkLst>
            <pc:docMk/>
            <pc:sldMk cId="1064749429" sldId="288"/>
            <ac:spMk id="3" creationId="{A58BD170-E00C-C94E-5E96-659024E22834}"/>
          </ac:spMkLst>
        </pc:spChg>
      </pc:sldChg>
      <pc:sldChg chg="modSp">
        <pc:chgData name="Jason Powell" userId="67fc0dff-6db8-4f1b-ac54-75c6f741d683" providerId="ADAL" clId="{E6AFD2F6-340B-4F5E-88D8-0BCD0CADE410}" dt="2026-01-18T00:45:09.261" v="0"/>
        <pc:sldMkLst>
          <pc:docMk/>
          <pc:sldMk cId="1531778950" sldId="289"/>
        </pc:sldMkLst>
        <pc:spChg chg="mod">
          <ac:chgData name="Jason Powell" userId="67fc0dff-6db8-4f1b-ac54-75c6f741d683" providerId="ADAL" clId="{E6AFD2F6-340B-4F5E-88D8-0BCD0CADE410}" dt="2026-01-18T00:45:09.261" v="0"/>
          <ac:spMkLst>
            <pc:docMk/>
            <pc:sldMk cId="1531778950" sldId="289"/>
            <ac:spMk id="2" creationId="{FE2B076D-6AB1-E194-4AC4-B547611EEABC}"/>
          </ac:spMkLst>
        </pc:spChg>
        <pc:spChg chg="mod">
          <ac:chgData name="Jason Powell" userId="67fc0dff-6db8-4f1b-ac54-75c6f741d683" providerId="ADAL" clId="{E6AFD2F6-340B-4F5E-88D8-0BCD0CADE410}" dt="2026-01-18T00:45:09.261" v="0"/>
          <ac:spMkLst>
            <pc:docMk/>
            <pc:sldMk cId="1531778950" sldId="289"/>
            <ac:spMk id="5" creationId="{A38F7EB4-68BD-7456-463A-C63D6BB2B1B9}"/>
          </ac:spMkLst>
        </pc:spChg>
      </pc:sldChg>
      <pc:sldChg chg="modSp mod">
        <pc:chgData name="Jason Powell" userId="67fc0dff-6db8-4f1b-ac54-75c6f741d683" providerId="ADAL" clId="{E6AFD2F6-340B-4F5E-88D8-0BCD0CADE410}" dt="2026-01-18T00:49:36.783" v="20" actId="20577"/>
        <pc:sldMkLst>
          <pc:docMk/>
          <pc:sldMk cId="1063930556" sldId="290"/>
        </pc:sldMkLst>
        <pc:spChg chg="mod">
          <ac:chgData name="Jason Powell" userId="67fc0dff-6db8-4f1b-ac54-75c6f741d683" providerId="ADAL" clId="{E6AFD2F6-340B-4F5E-88D8-0BCD0CADE410}" dt="2026-01-18T00:45:09.261" v="0"/>
          <ac:spMkLst>
            <pc:docMk/>
            <pc:sldMk cId="1063930556" sldId="290"/>
            <ac:spMk id="2" creationId="{29479330-558E-0435-16C8-38A78C35E411}"/>
          </ac:spMkLst>
        </pc:spChg>
        <pc:spChg chg="mod">
          <ac:chgData name="Jason Powell" userId="67fc0dff-6db8-4f1b-ac54-75c6f741d683" providerId="ADAL" clId="{E6AFD2F6-340B-4F5E-88D8-0BCD0CADE410}" dt="2026-01-18T00:49:36.783" v="20" actId="20577"/>
          <ac:spMkLst>
            <pc:docMk/>
            <pc:sldMk cId="1063930556" sldId="290"/>
            <ac:spMk id="3" creationId="{3AB5351D-9910-9793-E984-C175921570B5}"/>
          </ac:spMkLst>
        </pc:spChg>
      </pc:sldChg>
      <pc:sldChg chg="modSp">
        <pc:chgData name="Jason Powell" userId="67fc0dff-6db8-4f1b-ac54-75c6f741d683" providerId="ADAL" clId="{E6AFD2F6-340B-4F5E-88D8-0BCD0CADE410}" dt="2026-01-18T00:45:09.261" v="0"/>
        <pc:sldMkLst>
          <pc:docMk/>
          <pc:sldMk cId="315376527" sldId="292"/>
        </pc:sldMkLst>
        <pc:spChg chg="mod">
          <ac:chgData name="Jason Powell" userId="67fc0dff-6db8-4f1b-ac54-75c6f741d683" providerId="ADAL" clId="{E6AFD2F6-340B-4F5E-88D8-0BCD0CADE410}" dt="2026-01-18T00:45:09.261" v="0"/>
          <ac:spMkLst>
            <pc:docMk/>
            <pc:sldMk cId="315376527" sldId="292"/>
            <ac:spMk id="2" creationId="{4E670BB1-6BE1-33C0-973E-0840D3818175}"/>
          </ac:spMkLst>
        </pc:spChg>
        <pc:spChg chg="mod">
          <ac:chgData name="Jason Powell" userId="67fc0dff-6db8-4f1b-ac54-75c6f741d683" providerId="ADAL" clId="{E6AFD2F6-340B-4F5E-88D8-0BCD0CADE410}" dt="2026-01-18T00:45:09.261" v="0"/>
          <ac:spMkLst>
            <pc:docMk/>
            <pc:sldMk cId="315376527" sldId="292"/>
            <ac:spMk id="3" creationId="{1263744D-808A-4D64-6DD1-895DE69C17BD}"/>
          </ac:spMkLst>
        </pc:spChg>
      </pc:sldChg>
      <pc:sldChg chg="modSp mod">
        <pc:chgData name="Jason Powell" userId="67fc0dff-6db8-4f1b-ac54-75c6f741d683" providerId="ADAL" clId="{E6AFD2F6-340B-4F5E-88D8-0BCD0CADE410}" dt="2026-01-18T01:22:30.942" v="404" actId="20577"/>
        <pc:sldMkLst>
          <pc:docMk/>
          <pc:sldMk cId="282726019" sldId="293"/>
        </pc:sldMkLst>
        <pc:spChg chg="mod">
          <ac:chgData name="Jason Powell" userId="67fc0dff-6db8-4f1b-ac54-75c6f741d683" providerId="ADAL" clId="{E6AFD2F6-340B-4F5E-88D8-0BCD0CADE410}" dt="2026-01-18T00:45:09.261" v="0"/>
          <ac:spMkLst>
            <pc:docMk/>
            <pc:sldMk cId="282726019" sldId="293"/>
            <ac:spMk id="2" creationId="{4E670BB1-6BE1-33C0-973E-0840D3818175}"/>
          </ac:spMkLst>
        </pc:spChg>
        <pc:spChg chg="mod">
          <ac:chgData name="Jason Powell" userId="67fc0dff-6db8-4f1b-ac54-75c6f741d683" providerId="ADAL" clId="{E6AFD2F6-340B-4F5E-88D8-0BCD0CADE410}" dt="2026-01-18T01:22:30.942" v="404" actId="20577"/>
          <ac:spMkLst>
            <pc:docMk/>
            <pc:sldMk cId="282726019" sldId="293"/>
            <ac:spMk id="3" creationId="{1263744D-808A-4D64-6DD1-895DE69C17BD}"/>
          </ac:spMkLst>
        </pc:spChg>
      </pc:sldChg>
      <pc:sldChg chg="modSp mod">
        <pc:chgData name="Jason Powell" userId="67fc0dff-6db8-4f1b-ac54-75c6f741d683" providerId="ADAL" clId="{E6AFD2F6-340B-4F5E-88D8-0BCD0CADE410}" dt="2026-01-18T01:07:19.255" v="96" actId="20577"/>
        <pc:sldMkLst>
          <pc:docMk/>
          <pc:sldMk cId="2292496766" sldId="294"/>
        </pc:sldMkLst>
        <pc:spChg chg="mod">
          <ac:chgData name="Jason Powell" userId="67fc0dff-6db8-4f1b-ac54-75c6f741d683" providerId="ADAL" clId="{E6AFD2F6-340B-4F5E-88D8-0BCD0CADE410}" dt="2026-01-18T00:45:09.261" v="0"/>
          <ac:spMkLst>
            <pc:docMk/>
            <pc:sldMk cId="2292496766" sldId="294"/>
            <ac:spMk id="2" creationId="{D4C5F29D-342A-3542-7651-CFB195AB0AD0}"/>
          </ac:spMkLst>
        </pc:spChg>
        <pc:spChg chg="mod">
          <ac:chgData name="Jason Powell" userId="67fc0dff-6db8-4f1b-ac54-75c6f741d683" providerId="ADAL" clId="{E6AFD2F6-340B-4F5E-88D8-0BCD0CADE410}" dt="2026-01-18T01:07:19.255" v="96" actId="20577"/>
          <ac:spMkLst>
            <pc:docMk/>
            <pc:sldMk cId="2292496766" sldId="294"/>
            <ac:spMk id="3" creationId="{7EBA5057-D551-7BA1-A62D-8A3A8E670232}"/>
          </ac:spMkLst>
        </pc:spChg>
      </pc:sldChg>
      <pc:sldChg chg="modSp">
        <pc:chgData name="Jason Powell" userId="67fc0dff-6db8-4f1b-ac54-75c6f741d683" providerId="ADAL" clId="{E6AFD2F6-340B-4F5E-88D8-0BCD0CADE410}" dt="2026-01-18T00:45:09.261" v="0"/>
        <pc:sldMkLst>
          <pc:docMk/>
          <pc:sldMk cId="1735658485" sldId="295"/>
        </pc:sldMkLst>
        <pc:spChg chg="mod">
          <ac:chgData name="Jason Powell" userId="67fc0dff-6db8-4f1b-ac54-75c6f741d683" providerId="ADAL" clId="{E6AFD2F6-340B-4F5E-88D8-0BCD0CADE410}" dt="2026-01-18T00:45:09.261" v="0"/>
          <ac:spMkLst>
            <pc:docMk/>
            <pc:sldMk cId="1735658485" sldId="295"/>
            <ac:spMk id="2" creationId="{4E670BB1-6BE1-33C0-973E-0840D3818175}"/>
          </ac:spMkLst>
        </pc:spChg>
        <pc:spChg chg="mod">
          <ac:chgData name="Jason Powell" userId="67fc0dff-6db8-4f1b-ac54-75c6f741d683" providerId="ADAL" clId="{E6AFD2F6-340B-4F5E-88D8-0BCD0CADE410}" dt="2026-01-18T00:45:09.261" v="0"/>
          <ac:spMkLst>
            <pc:docMk/>
            <pc:sldMk cId="1735658485" sldId="295"/>
            <ac:spMk id="3" creationId="{1263744D-808A-4D64-6DD1-895DE69C17BD}"/>
          </ac:spMkLst>
        </pc:spChg>
      </pc:sldChg>
      <pc:sldChg chg="addSp modSp mod">
        <pc:chgData name="Jason Powell" userId="67fc0dff-6db8-4f1b-ac54-75c6f741d683" providerId="ADAL" clId="{E6AFD2F6-340B-4F5E-88D8-0BCD0CADE410}" dt="2026-01-18T01:21:04.501" v="376" actId="20577"/>
        <pc:sldMkLst>
          <pc:docMk/>
          <pc:sldMk cId="2927067004" sldId="296"/>
        </pc:sldMkLst>
        <pc:spChg chg="mod">
          <ac:chgData name="Jason Powell" userId="67fc0dff-6db8-4f1b-ac54-75c6f741d683" providerId="ADAL" clId="{E6AFD2F6-340B-4F5E-88D8-0BCD0CADE410}" dt="2026-01-18T00:45:09.261" v="0"/>
          <ac:spMkLst>
            <pc:docMk/>
            <pc:sldMk cId="2927067004" sldId="296"/>
            <ac:spMk id="2" creationId="{4E670BB1-6BE1-33C0-973E-0840D3818175}"/>
          </ac:spMkLst>
        </pc:spChg>
        <pc:spChg chg="mod">
          <ac:chgData name="Jason Powell" userId="67fc0dff-6db8-4f1b-ac54-75c6f741d683" providerId="ADAL" clId="{E6AFD2F6-340B-4F5E-88D8-0BCD0CADE410}" dt="2026-01-18T01:21:04.501" v="376" actId="20577"/>
          <ac:spMkLst>
            <pc:docMk/>
            <pc:sldMk cId="2927067004" sldId="296"/>
            <ac:spMk id="3" creationId="{1263744D-808A-4D64-6DD1-895DE69C17BD}"/>
          </ac:spMkLst>
        </pc:spChg>
        <pc:graphicFrameChg chg="add mod modGraphic">
          <ac:chgData name="Jason Powell" userId="67fc0dff-6db8-4f1b-ac54-75c6f741d683" providerId="ADAL" clId="{E6AFD2F6-340B-4F5E-88D8-0BCD0CADE410}" dt="2026-01-18T01:18:13.438" v="345" actId="1076"/>
          <ac:graphicFrameMkLst>
            <pc:docMk/>
            <pc:sldMk cId="2927067004" sldId="296"/>
            <ac:graphicFrameMk id="4" creationId="{F8B3924D-3E9A-FD4F-E931-BCA876327430}"/>
          </ac:graphicFrameMkLst>
        </pc:graphicFrameChg>
        <pc:picChg chg="mod">
          <ac:chgData name="Jason Powell" userId="67fc0dff-6db8-4f1b-ac54-75c6f741d683" providerId="ADAL" clId="{E6AFD2F6-340B-4F5E-88D8-0BCD0CADE410}" dt="2026-01-18T01:20:22.750" v="358" actId="1037"/>
          <ac:picMkLst>
            <pc:docMk/>
            <pc:sldMk cId="2927067004" sldId="296"/>
            <ac:picMk id="8" creationId="{B6E6C82C-4926-8950-49F7-39E2048B92C6}"/>
          </ac:picMkLst>
        </pc:picChg>
      </pc:sldChg>
      <pc:sldChg chg="modSp mod">
        <pc:chgData name="Jason Powell" userId="67fc0dff-6db8-4f1b-ac54-75c6f741d683" providerId="ADAL" clId="{E6AFD2F6-340B-4F5E-88D8-0BCD0CADE410}" dt="2026-01-18T01:24:02.633" v="420" actId="6549"/>
        <pc:sldMkLst>
          <pc:docMk/>
          <pc:sldMk cId="3788756522" sldId="297"/>
        </pc:sldMkLst>
        <pc:spChg chg="mod">
          <ac:chgData name="Jason Powell" userId="67fc0dff-6db8-4f1b-ac54-75c6f741d683" providerId="ADAL" clId="{E6AFD2F6-340B-4F5E-88D8-0BCD0CADE410}" dt="2026-01-18T00:45:09.261" v="0"/>
          <ac:spMkLst>
            <pc:docMk/>
            <pc:sldMk cId="3788756522" sldId="297"/>
            <ac:spMk id="2" creationId="{5B1A5453-D846-CBBD-648C-C1C7C593C0C0}"/>
          </ac:spMkLst>
        </pc:spChg>
        <pc:spChg chg="mod">
          <ac:chgData name="Jason Powell" userId="67fc0dff-6db8-4f1b-ac54-75c6f741d683" providerId="ADAL" clId="{E6AFD2F6-340B-4F5E-88D8-0BCD0CADE410}" dt="2026-01-18T01:24:02.633" v="420" actId="6549"/>
          <ac:spMkLst>
            <pc:docMk/>
            <pc:sldMk cId="3788756522" sldId="297"/>
            <ac:spMk id="3" creationId="{045A34CF-940A-A715-3AC9-0353E81E05D5}"/>
          </ac:spMkLst>
        </pc:spChg>
        <pc:graphicFrameChg chg="mod modGraphic">
          <ac:chgData name="Jason Powell" userId="67fc0dff-6db8-4f1b-ac54-75c6f741d683" providerId="ADAL" clId="{E6AFD2F6-340B-4F5E-88D8-0BCD0CADE410}" dt="2026-01-18T01:23:58.740" v="418" actId="2166"/>
          <ac:graphicFrameMkLst>
            <pc:docMk/>
            <pc:sldMk cId="3788756522" sldId="297"/>
            <ac:graphicFrameMk id="5" creationId="{B1D8D7BD-B92A-9C49-AC52-1398BE06646A}"/>
          </ac:graphicFrameMkLst>
        </pc:graphicFrameChg>
      </pc:sldChg>
      <pc:sldChg chg="modSp">
        <pc:chgData name="Jason Powell" userId="67fc0dff-6db8-4f1b-ac54-75c6f741d683" providerId="ADAL" clId="{E6AFD2F6-340B-4F5E-88D8-0BCD0CADE410}" dt="2026-01-18T00:45:09.261" v="0"/>
        <pc:sldMkLst>
          <pc:docMk/>
          <pc:sldMk cId="1802822807" sldId="298"/>
        </pc:sldMkLst>
        <pc:spChg chg="mod">
          <ac:chgData name="Jason Powell" userId="67fc0dff-6db8-4f1b-ac54-75c6f741d683" providerId="ADAL" clId="{E6AFD2F6-340B-4F5E-88D8-0BCD0CADE410}" dt="2026-01-18T00:45:09.261" v="0"/>
          <ac:spMkLst>
            <pc:docMk/>
            <pc:sldMk cId="1802822807" sldId="298"/>
            <ac:spMk id="2" creationId="{3FA78E73-E7C1-94CD-3CB6-9FB7425FCF37}"/>
          </ac:spMkLst>
        </pc:spChg>
        <pc:spChg chg="mod">
          <ac:chgData name="Jason Powell" userId="67fc0dff-6db8-4f1b-ac54-75c6f741d683" providerId="ADAL" clId="{E6AFD2F6-340B-4F5E-88D8-0BCD0CADE410}" dt="2026-01-18T00:45:09.261" v="0"/>
          <ac:spMkLst>
            <pc:docMk/>
            <pc:sldMk cId="1802822807" sldId="298"/>
            <ac:spMk id="3" creationId="{E25D1441-B916-340F-35EE-918BE63C6040}"/>
          </ac:spMkLst>
        </pc:spChg>
      </pc:sldChg>
      <pc:sldChg chg="modSp mod">
        <pc:chgData name="Jason Powell" userId="67fc0dff-6db8-4f1b-ac54-75c6f741d683" providerId="ADAL" clId="{E6AFD2F6-340B-4F5E-88D8-0BCD0CADE410}" dt="2026-01-18T01:27:48.941" v="538" actId="20577"/>
        <pc:sldMkLst>
          <pc:docMk/>
          <pc:sldMk cId="1643711756" sldId="299"/>
        </pc:sldMkLst>
        <pc:spChg chg="mod">
          <ac:chgData name="Jason Powell" userId="67fc0dff-6db8-4f1b-ac54-75c6f741d683" providerId="ADAL" clId="{E6AFD2F6-340B-4F5E-88D8-0BCD0CADE410}" dt="2026-01-18T00:45:09.261" v="0"/>
          <ac:spMkLst>
            <pc:docMk/>
            <pc:sldMk cId="1643711756" sldId="299"/>
            <ac:spMk id="2" creationId="{C6C24F94-858D-65CE-9540-AA392FB4AE7F}"/>
          </ac:spMkLst>
        </pc:spChg>
        <pc:spChg chg="mod">
          <ac:chgData name="Jason Powell" userId="67fc0dff-6db8-4f1b-ac54-75c6f741d683" providerId="ADAL" clId="{E6AFD2F6-340B-4F5E-88D8-0BCD0CADE410}" dt="2026-01-18T01:27:48.941" v="538" actId="20577"/>
          <ac:spMkLst>
            <pc:docMk/>
            <pc:sldMk cId="1643711756" sldId="299"/>
            <ac:spMk id="3" creationId="{60106BD6-C4D8-C2AC-A860-2300AE0CF6F9}"/>
          </ac:spMkLst>
        </pc:spChg>
      </pc:sldChg>
      <pc:sldChg chg="modSp mod">
        <pc:chgData name="Jason Powell" userId="67fc0dff-6db8-4f1b-ac54-75c6f741d683" providerId="ADAL" clId="{E6AFD2F6-340B-4F5E-88D8-0BCD0CADE410}" dt="2026-01-18T01:33:58.654" v="1014" actId="20577"/>
        <pc:sldMkLst>
          <pc:docMk/>
          <pc:sldMk cId="2822241536" sldId="300"/>
        </pc:sldMkLst>
        <pc:spChg chg="mod">
          <ac:chgData name="Jason Powell" userId="67fc0dff-6db8-4f1b-ac54-75c6f741d683" providerId="ADAL" clId="{E6AFD2F6-340B-4F5E-88D8-0BCD0CADE410}" dt="2026-01-18T00:45:09.261" v="0"/>
          <ac:spMkLst>
            <pc:docMk/>
            <pc:sldMk cId="2822241536" sldId="300"/>
            <ac:spMk id="2" creationId="{2105F420-A3E0-923B-8AD1-59BD3F355A1F}"/>
          </ac:spMkLst>
        </pc:spChg>
        <pc:spChg chg="mod">
          <ac:chgData name="Jason Powell" userId="67fc0dff-6db8-4f1b-ac54-75c6f741d683" providerId="ADAL" clId="{E6AFD2F6-340B-4F5E-88D8-0BCD0CADE410}" dt="2026-01-18T01:33:58.654" v="1014" actId="20577"/>
          <ac:spMkLst>
            <pc:docMk/>
            <pc:sldMk cId="2822241536" sldId="300"/>
            <ac:spMk id="3" creationId="{620CEF37-3011-4375-5D5E-1BAB52D59519}"/>
          </ac:spMkLst>
        </pc:spChg>
      </pc:sldChg>
      <pc:sldChg chg="modSp mod">
        <pc:chgData name="Jason Powell" userId="67fc0dff-6db8-4f1b-ac54-75c6f741d683" providerId="ADAL" clId="{E6AFD2F6-340B-4F5E-88D8-0BCD0CADE410}" dt="2026-01-18T01:35:01.067" v="1025" actId="1076"/>
        <pc:sldMkLst>
          <pc:docMk/>
          <pc:sldMk cId="2862411037" sldId="301"/>
        </pc:sldMkLst>
        <pc:spChg chg="mod">
          <ac:chgData name="Jason Powell" userId="67fc0dff-6db8-4f1b-ac54-75c6f741d683" providerId="ADAL" clId="{E6AFD2F6-340B-4F5E-88D8-0BCD0CADE410}" dt="2026-01-18T00:45:09.261" v="0"/>
          <ac:spMkLst>
            <pc:docMk/>
            <pc:sldMk cId="2862411037" sldId="301"/>
            <ac:spMk id="2" creationId="{BD2983D6-4401-23B6-0391-52A4AC1511B8}"/>
          </ac:spMkLst>
        </pc:spChg>
        <pc:spChg chg="mod">
          <ac:chgData name="Jason Powell" userId="67fc0dff-6db8-4f1b-ac54-75c6f741d683" providerId="ADAL" clId="{E6AFD2F6-340B-4F5E-88D8-0BCD0CADE410}" dt="2026-01-18T01:34:52.400" v="1024" actId="6549"/>
          <ac:spMkLst>
            <pc:docMk/>
            <pc:sldMk cId="2862411037" sldId="301"/>
            <ac:spMk id="3" creationId="{C60937BE-F9AF-26FB-3471-047BEAAF7AA7}"/>
          </ac:spMkLst>
        </pc:spChg>
        <pc:picChg chg="mod">
          <ac:chgData name="Jason Powell" userId="67fc0dff-6db8-4f1b-ac54-75c6f741d683" providerId="ADAL" clId="{E6AFD2F6-340B-4F5E-88D8-0BCD0CADE410}" dt="2026-01-18T01:35:01.067" v="1025" actId="1076"/>
          <ac:picMkLst>
            <pc:docMk/>
            <pc:sldMk cId="2862411037" sldId="301"/>
            <ac:picMk id="4" creationId="{DF89E029-71AD-D3EC-5B0E-27BDF2217D44}"/>
          </ac:picMkLst>
        </pc:picChg>
      </pc:sldChg>
      <pc:sldChg chg="modSp">
        <pc:chgData name="Jason Powell" userId="67fc0dff-6db8-4f1b-ac54-75c6f741d683" providerId="ADAL" clId="{E6AFD2F6-340B-4F5E-88D8-0BCD0CADE410}" dt="2026-01-18T00:45:09.261" v="0"/>
        <pc:sldMkLst>
          <pc:docMk/>
          <pc:sldMk cId="2038936775" sldId="302"/>
        </pc:sldMkLst>
        <pc:spChg chg="mod">
          <ac:chgData name="Jason Powell" userId="67fc0dff-6db8-4f1b-ac54-75c6f741d683" providerId="ADAL" clId="{E6AFD2F6-340B-4F5E-88D8-0BCD0CADE410}" dt="2026-01-18T00:45:09.261" v="0"/>
          <ac:spMkLst>
            <pc:docMk/>
            <pc:sldMk cId="2038936775" sldId="302"/>
            <ac:spMk id="2" creationId="{F23D5A18-96D4-9299-7A6D-47B09BCB531D}"/>
          </ac:spMkLst>
        </pc:spChg>
        <pc:spChg chg="mod">
          <ac:chgData name="Jason Powell" userId="67fc0dff-6db8-4f1b-ac54-75c6f741d683" providerId="ADAL" clId="{E6AFD2F6-340B-4F5E-88D8-0BCD0CADE410}" dt="2026-01-18T00:45:09.261" v="0"/>
          <ac:spMkLst>
            <pc:docMk/>
            <pc:sldMk cId="2038936775" sldId="302"/>
            <ac:spMk id="3" creationId="{0C41B14B-6A35-2B27-81FB-B98AEEEF128E}"/>
          </ac:spMkLst>
        </pc:spChg>
      </pc:sldChg>
      <pc:sldChg chg="modSp mod">
        <pc:chgData name="Jason Powell" userId="67fc0dff-6db8-4f1b-ac54-75c6f741d683" providerId="ADAL" clId="{E6AFD2F6-340B-4F5E-88D8-0BCD0CADE410}" dt="2026-01-18T01:36:28.254" v="1081" actId="20577"/>
        <pc:sldMkLst>
          <pc:docMk/>
          <pc:sldMk cId="735000082" sldId="307"/>
        </pc:sldMkLst>
        <pc:spChg chg="mod">
          <ac:chgData name="Jason Powell" userId="67fc0dff-6db8-4f1b-ac54-75c6f741d683" providerId="ADAL" clId="{E6AFD2F6-340B-4F5E-88D8-0BCD0CADE410}" dt="2026-01-18T00:45:09.261" v="0"/>
          <ac:spMkLst>
            <pc:docMk/>
            <pc:sldMk cId="735000082" sldId="307"/>
            <ac:spMk id="2" creationId="{F23D5A18-96D4-9299-7A6D-47B09BCB531D}"/>
          </ac:spMkLst>
        </pc:spChg>
        <pc:spChg chg="mod">
          <ac:chgData name="Jason Powell" userId="67fc0dff-6db8-4f1b-ac54-75c6f741d683" providerId="ADAL" clId="{E6AFD2F6-340B-4F5E-88D8-0BCD0CADE410}" dt="2026-01-18T01:36:28.254" v="1081" actId="20577"/>
          <ac:spMkLst>
            <pc:docMk/>
            <pc:sldMk cId="735000082" sldId="307"/>
            <ac:spMk id="3" creationId="{0C41B14B-6A35-2B27-81FB-B98AEEEF128E}"/>
          </ac:spMkLst>
        </pc:spChg>
      </pc:sldChg>
      <pc:sldChg chg="modSp mod">
        <pc:chgData name="Jason Powell" userId="67fc0dff-6db8-4f1b-ac54-75c6f741d683" providerId="ADAL" clId="{E6AFD2F6-340B-4F5E-88D8-0BCD0CADE410}" dt="2026-01-18T01:35:14.240" v="1031" actId="27636"/>
        <pc:sldMkLst>
          <pc:docMk/>
          <pc:sldMk cId="2784563660" sldId="308"/>
        </pc:sldMkLst>
        <pc:spChg chg="mod">
          <ac:chgData name="Jason Powell" userId="67fc0dff-6db8-4f1b-ac54-75c6f741d683" providerId="ADAL" clId="{E6AFD2F6-340B-4F5E-88D8-0BCD0CADE410}" dt="2026-01-18T00:45:09.261" v="0"/>
          <ac:spMkLst>
            <pc:docMk/>
            <pc:sldMk cId="2784563660" sldId="308"/>
            <ac:spMk id="2" creationId="{D48490B2-D17F-B63F-F061-C85BBE68D874}"/>
          </ac:spMkLst>
        </pc:spChg>
        <pc:spChg chg="mod">
          <ac:chgData name="Jason Powell" userId="67fc0dff-6db8-4f1b-ac54-75c6f741d683" providerId="ADAL" clId="{E6AFD2F6-340B-4F5E-88D8-0BCD0CADE410}" dt="2026-01-18T01:35:14.240" v="1031" actId="27636"/>
          <ac:spMkLst>
            <pc:docMk/>
            <pc:sldMk cId="2784563660" sldId="308"/>
            <ac:spMk id="3" creationId="{AA501620-E796-CF2C-A2AE-D2221C433DB3}"/>
          </ac:spMkLst>
        </pc:spChg>
      </pc:sldChg>
      <pc:sldChg chg="new del">
        <pc:chgData name="Jason Powell" userId="67fc0dff-6db8-4f1b-ac54-75c6f741d683" providerId="ADAL" clId="{E6AFD2F6-340B-4F5E-88D8-0BCD0CADE410}" dt="2026-01-18T01:05:57.393" v="91" actId="47"/>
        <pc:sldMkLst>
          <pc:docMk/>
          <pc:sldMk cId="2783554183" sldId="30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4C778-3C16-420A-96C5-2DEA5B992B90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02188-46BD-420A-95F8-7F37B0909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442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4C778-3C16-420A-96C5-2DEA5B992B90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02188-46BD-420A-95F8-7F37B0909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255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4C778-3C16-420A-96C5-2DEA5B992B90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02188-46BD-420A-95F8-7F37B0909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460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4C778-3C16-420A-96C5-2DEA5B992B90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02188-46BD-420A-95F8-7F37B0909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30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4C778-3C16-420A-96C5-2DEA5B992B90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02188-46BD-420A-95F8-7F37B0909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643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4C778-3C16-420A-96C5-2DEA5B992B90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02188-46BD-420A-95F8-7F37B0909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350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4C778-3C16-420A-96C5-2DEA5B992B90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02188-46BD-420A-95F8-7F37B0909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14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4C778-3C16-420A-96C5-2DEA5B992B90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02188-46BD-420A-95F8-7F37B0909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634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4C778-3C16-420A-96C5-2DEA5B992B90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02188-46BD-420A-95F8-7F37B0909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90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4C778-3C16-420A-96C5-2DEA5B992B90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02188-46BD-420A-95F8-7F37B0909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606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4C778-3C16-420A-96C5-2DEA5B992B90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02188-46BD-420A-95F8-7F37B0909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123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4C778-3C16-420A-96C5-2DEA5B992B90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102188-46BD-420A-95F8-7F37B0909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9893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itsolutionstuff.com/post/laravel-many-to-many-eloquent-relationship-tutorialexample.html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E731CE-83A7-243E-00A6-9C36CDE3DE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Relational Database Model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E1EE3A2-B260-9A2B-2BC6-58689BDDCB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133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B1BAC-4721-B88D-B1C9-120F141F1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a Relational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752E8-52B3-B7DF-B789-86D191296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Perceived as a 2D structure of rows and columns</a:t>
            </a:r>
          </a:p>
          <a:p>
            <a:r>
              <a:rPr lang="en-US" dirty="0"/>
              <a:t>Each row is a single entity occurrence within the entity set</a:t>
            </a:r>
          </a:p>
          <a:p>
            <a:r>
              <a:rPr lang="en-US" dirty="0"/>
              <a:t>Each column is an attribute and has a distinct name</a:t>
            </a:r>
          </a:p>
          <a:p>
            <a:r>
              <a:rPr lang="en-US" dirty="0"/>
              <a:t>Each intersection of a row and column is a single data value</a:t>
            </a:r>
          </a:p>
          <a:p>
            <a:r>
              <a:rPr lang="en-US" dirty="0"/>
              <a:t>All values in a column conform to the same data format</a:t>
            </a:r>
          </a:p>
          <a:p>
            <a:r>
              <a:rPr lang="en-US" dirty="0"/>
              <a:t>Each column has an attribute domain (specific range of values)</a:t>
            </a:r>
          </a:p>
          <a:p>
            <a:r>
              <a:rPr lang="en-US" dirty="0"/>
              <a:t>Order of columns and rows is immaterial to the DBMS</a:t>
            </a:r>
          </a:p>
          <a:p>
            <a:r>
              <a:rPr lang="en-US" dirty="0"/>
              <a:t>Each table must have a key that uniquely identifies each row</a:t>
            </a:r>
          </a:p>
        </p:txBody>
      </p:sp>
    </p:spTree>
    <p:extLst>
      <p:ext uri="{BB962C8B-B14F-4D97-AF65-F5344CB8AC3E}">
        <p14:creationId xmlns:p14="http://schemas.microsoft.com/office/powerpoint/2010/main" val="2688348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0A0A5-FF13-F586-92BB-BE5BEF40A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a Relational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ED2CE-700D-AD7B-8349-912FDCD60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Table: Customer</a:t>
            </a:r>
          </a:p>
          <a:p>
            <a:r>
              <a:rPr lang="en-US" dirty="0"/>
              <a:t>Attributes</a:t>
            </a:r>
          </a:p>
          <a:p>
            <a:pPr lvl="1"/>
            <a:r>
              <a:rPr lang="en-US" dirty="0"/>
              <a:t>Code (key, numeric)</a:t>
            </a:r>
          </a:p>
          <a:p>
            <a:pPr lvl="1"/>
            <a:r>
              <a:rPr lang="en-US" dirty="0"/>
              <a:t>Last Name (character string)</a:t>
            </a:r>
          </a:p>
          <a:p>
            <a:pPr lvl="1"/>
            <a:r>
              <a:rPr lang="en-US" dirty="0"/>
              <a:t>First Name (character string)</a:t>
            </a:r>
          </a:p>
          <a:p>
            <a:pPr lvl="1"/>
            <a:r>
              <a:rPr lang="en-US" dirty="0"/>
              <a:t>Initial (character)</a:t>
            </a:r>
          </a:p>
          <a:p>
            <a:pPr lvl="1"/>
            <a:r>
              <a:rPr lang="en-US" dirty="0"/>
              <a:t>Renew Date (date)</a:t>
            </a:r>
          </a:p>
          <a:p>
            <a:pPr lvl="1"/>
            <a:r>
              <a:rPr lang="en-US" dirty="0"/>
              <a:t>Agent Code (numeric)</a:t>
            </a:r>
          </a:p>
          <a:p>
            <a:r>
              <a:rPr lang="en-US" dirty="0"/>
              <a:t>Note the empty cells—these are null values, i.e., unknown or no value</a:t>
            </a:r>
          </a:p>
        </p:txBody>
      </p:sp>
      <p:pic>
        <p:nvPicPr>
          <p:cNvPr id="5" name="Picture 2" descr="In Figure 3.3, integrity rules are illustrated using customer and agent information. ">
            <a:extLst>
              <a:ext uri="{FF2B5EF4-FFF2-40B4-BE49-F238E27FC236}">
                <a16:creationId xmlns:a16="http://schemas.microsoft.com/office/drawing/2014/main" id="{D6AE48B2-EBD9-8048-67FB-434EA85094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l="14139" t="24933" r="13890" b="32448"/>
          <a:stretch/>
        </p:blipFill>
        <p:spPr bwMode="auto">
          <a:xfrm>
            <a:off x="5254720" y="1825625"/>
            <a:ext cx="6099080" cy="223266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76248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81F9F-F358-D2AF-21B8-C14EFD331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2CB9A-A8DE-77E5-113E-E04C9352D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Key – one or more attributes that determine other attributes</a:t>
            </a:r>
          </a:p>
          <a:p>
            <a:pPr lvl="1"/>
            <a:r>
              <a:rPr lang="en-US" dirty="0"/>
              <a:t>Key attribute – an attribute that is a part of the key</a:t>
            </a:r>
          </a:p>
          <a:p>
            <a:pPr lvl="1"/>
            <a:r>
              <a:rPr lang="en-US" dirty="0"/>
              <a:t>Composite key – key composed of multiple attributes</a:t>
            </a:r>
          </a:p>
          <a:p>
            <a:pPr lvl="1"/>
            <a:r>
              <a:rPr lang="en-US" dirty="0"/>
              <a:t>Ensures each row is uniquely identifiable</a:t>
            </a:r>
          </a:p>
          <a:p>
            <a:pPr lvl="1"/>
            <a:r>
              <a:rPr lang="en-US" dirty="0"/>
              <a:t>Ensures the integrity of the data</a:t>
            </a:r>
          </a:p>
          <a:p>
            <a:r>
              <a:rPr lang="en-US" dirty="0" err="1"/>
              <a:t>Superkey</a:t>
            </a:r>
            <a:r>
              <a:rPr lang="en-US" dirty="0"/>
              <a:t> – any set of attributes that can uniquely identify a row</a:t>
            </a:r>
          </a:p>
          <a:p>
            <a:r>
              <a:rPr lang="en-US" dirty="0"/>
              <a:t>Candidate key – minimal </a:t>
            </a:r>
            <a:r>
              <a:rPr lang="en-US" dirty="0" err="1"/>
              <a:t>superkey</a:t>
            </a:r>
            <a:r>
              <a:rPr lang="en-US" dirty="0"/>
              <a:t> (no more attributes than necessary)</a:t>
            </a:r>
          </a:p>
          <a:p>
            <a:r>
              <a:rPr lang="en-US" dirty="0"/>
              <a:t>Primary Key (PK) – selected candidate key to uniquely identify a row</a:t>
            </a:r>
          </a:p>
          <a:p>
            <a:r>
              <a:rPr lang="en-US" dirty="0"/>
              <a:t>Secondary key – key used strictly for data retrieval purposes</a:t>
            </a:r>
          </a:p>
          <a:p>
            <a:r>
              <a:rPr lang="en-US" dirty="0"/>
              <a:t>Surrogate key – used to simplify the identification of a row (section 5-3d)</a:t>
            </a:r>
          </a:p>
          <a:p>
            <a:r>
              <a:rPr lang="en-US" dirty="0"/>
              <a:t>Foreign key (FK) – PK of a table placed in another to create a relationship</a:t>
            </a:r>
          </a:p>
        </p:txBody>
      </p:sp>
    </p:spTree>
    <p:extLst>
      <p:ext uri="{BB962C8B-B14F-4D97-AF65-F5344CB8AC3E}">
        <p14:creationId xmlns:p14="http://schemas.microsoft.com/office/powerpoint/2010/main" val="2440509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1C5EA-E1D6-DAB6-07F5-B3F5124A9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2643F-131B-18F5-AF34-0747B3D39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1652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 </a:t>
            </a:r>
            <a:r>
              <a:rPr lang="en-US" dirty="0" err="1"/>
              <a:t>Superkeys</a:t>
            </a:r>
            <a:endParaRPr lang="en-US" dirty="0"/>
          </a:p>
          <a:p>
            <a:pPr lvl="1"/>
            <a:r>
              <a:rPr lang="en-US" dirty="0"/>
              <a:t>CODE</a:t>
            </a:r>
          </a:p>
          <a:p>
            <a:pPr lvl="1"/>
            <a:r>
              <a:rPr lang="en-US" dirty="0"/>
              <a:t>CODE + LNAME</a:t>
            </a:r>
          </a:p>
          <a:p>
            <a:pPr lvl="1"/>
            <a:r>
              <a:rPr lang="en-US" dirty="0"/>
              <a:t>CODE + FNAME</a:t>
            </a:r>
          </a:p>
          <a:p>
            <a:pPr lvl="1"/>
            <a:r>
              <a:rPr lang="en-US" dirty="0"/>
              <a:t>CODE + INITIAL</a:t>
            </a:r>
          </a:p>
          <a:p>
            <a:pPr lvl="1"/>
            <a:r>
              <a:rPr lang="en-US" dirty="0"/>
              <a:t>CODE + LNAME + FNAME</a:t>
            </a:r>
          </a:p>
          <a:p>
            <a:pPr lvl="1"/>
            <a:r>
              <a:rPr lang="en-US" dirty="0"/>
              <a:t>CODE + RENEW DATE</a:t>
            </a:r>
          </a:p>
          <a:p>
            <a:pPr lvl="1"/>
            <a:r>
              <a:rPr lang="en-US" dirty="0"/>
              <a:t>CODE + all attributes</a:t>
            </a:r>
          </a:p>
          <a:p>
            <a:r>
              <a:rPr lang="en-US" dirty="0"/>
              <a:t>In other words, any combination of attributes that contain key attributes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2" descr="In Figure 3.3, integrity rules are illustrated using customer and agent information. ">
            <a:extLst>
              <a:ext uri="{FF2B5EF4-FFF2-40B4-BE49-F238E27FC236}">
                <a16:creationId xmlns:a16="http://schemas.microsoft.com/office/drawing/2014/main" id="{ED72A3EC-6693-DB74-3FBB-6B8A6E0BF0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l="14139" t="11927" r="13890" b="5011"/>
          <a:stretch/>
        </p:blipFill>
        <p:spPr bwMode="auto">
          <a:xfrm>
            <a:off x="5254720" y="1825625"/>
            <a:ext cx="609908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06860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56374-21EB-E9C5-BED7-2111548F6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BD170-E00C-C94E-5E96-659024E22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1652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Candidate keys</a:t>
            </a:r>
          </a:p>
          <a:p>
            <a:pPr lvl="1"/>
            <a:r>
              <a:rPr lang="en-US" dirty="0"/>
              <a:t>CODE – minimal </a:t>
            </a:r>
            <a:r>
              <a:rPr lang="en-US" dirty="0" err="1"/>
              <a:t>superkey</a:t>
            </a:r>
            <a:endParaRPr lang="en-US" dirty="0"/>
          </a:p>
          <a:p>
            <a:r>
              <a:rPr lang="en-US" dirty="0"/>
              <a:t>Primary key</a:t>
            </a:r>
          </a:p>
          <a:p>
            <a:pPr lvl="1"/>
            <a:r>
              <a:rPr lang="en-US" dirty="0"/>
              <a:t>CODE – only possible candidate key to select</a:t>
            </a:r>
          </a:p>
          <a:p>
            <a:r>
              <a:rPr lang="en-US" dirty="0"/>
              <a:t>Secondary key</a:t>
            </a:r>
          </a:p>
          <a:p>
            <a:pPr lvl="1"/>
            <a:r>
              <a:rPr lang="en-US" dirty="0"/>
              <a:t>LNAME + FNAME (possibly?)</a:t>
            </a:r>
          </a:p>
          <a:p>
            <a:r>
              <a:rPr lang="en-US" dirty="0"/>
              <a:t>Surrogate key</a:t>
            </a:r>
          </a:p>
          <a:p>
            <a:pPr lvl="1"/>
            <a:r>
              <a:rPr lang="en-US" dirty="0"/>
              <a:t>None in this example</a:t>
            </a:r>
          </a:p>
          <a:p>
            <a:r>
              <a:rPr lang="en-US" dirty="0"/>
              <a:t>Foreign key</a:t>
            </a:r>
          </a:p>
          <a:p>
            <a:pPr lvl="1"/>
            <a:r>
              <a:rPr lang="en-US" dirty="0"/>
              <a:t>Agent Code</a:t>
            </a:r>
          </a:p>
        </p:txBody>
      </p:sp>
      <p:pic>
        <p:nvPicPr>
          <p:cNvPr id="4" name="Picture 2" descr="In Figure 3.3, integrity rules are illustrated using customer and agent information. ">
            <a:extLst>
              <a:ext uri="{FF2B5EF4-FFF2-40B4-BE49-F238E27FC236}">
                <a16:creationId xmlns:a16="http://schemas.microsoft.com/office/drawing/2014/main" id="{BC1738F4-1236-0E3B-FFA0-572D9F14D3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l="14139" t="11927" r="13890" b="5011"/>
          <a:stretch/>
        </p:blipFill>
        <p:spPr bwMode="auto">
          <a:xfrm>
            <a:off x="5254720" y="1825625"/>
            <a:ext cx="609908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64749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B076D-6AB1-E194-4AC4-B547611EE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Integrity Rules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8F7EB4-68BD-7456-463A-C63D6BB2B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Entity Integrity</a:t>
            </a:r>
          </a:p>
          <a:p>
            <a:pPr lvl="1"/>
            <a:r>
              <a:rPr lang="en-US" dirty="0"/>
              <a:t>Requirement</a:t>
            </a:r>
          </a:p>
          <a:p>
            <a:pPr lvl="2"/>
            <a:r>
              <a:rPr lang="en-US" dirty="0"/>
              <a:t>All PK entries are unique, no PK attribute can be null</a:t>
            </a:r>
          </a:p>
          <a:p>
            <a:pPr lvl="1"/>
            <a:r>
              <a:rPr lang="en-US" dirty="0"/>
              <a:t>Purpose</a:t>
            </a:r>
          </a:p>
          <a:p>
            <a:pPr lvl="2"/>
            <a:r>
              <a:rPr lang="en-US" dirty="0"/>
              <a:t>Each row has a unique identity</a:t>
            </a:r>
          </a:p>
          <a:p>
            <a:pPr lvl="2"/>
            <a:r>
              <a:rPr lang="en-US" dirty="0"/>
              <a:t>FK values can properly reference PK key values</a:t>
            </a:r>
          </a:p>
          <a:p>
            <a:pPr lvl="1"/>
            <a:r>
              <a:rPr lang="en-US" dirty="0"/>
              <a:t>Example</a:t>
            </a:r>
          </a:p>
          <a:p>
            <a:pPr lvl="2"/>
            <a:r>
              <a:rPr lang="en-US" dirty="0"/>
              <a:t>No two invoices can have the same invoice number</a:t>
            </a:r>
          </a:p>
          <a:p>
            <a:pPr lvl="2"/>
            <a:r>
              <a:rPr lang="en-US" dirty="0"/>
              <a:t>The invoice number cannot be null</a:t>
            </a:r>
          </a:p>
          <a:p>
            <a:pPr lvl="2"/>
            <a:r>
              <a:rPr lang="en-US" dirty="0"/>
              <a:t>Any table referring to the invoice table can identify the invoice using the number</a:t>
            </a:r>
          </a:p>
        </p:txBody>
      </p:sp>
    </p:spTree>
    <p:extLst>
      <p:ext uri="{BB962C8B-B14F-4D97-AF65-F5344CB8AC3E}">
        <p14:creationId xmlns:p14="http://schemas.microsoft.com/office/powerpoint/2010/main" val="1531778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79330-558E-0435-16C8-38A78C35E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Integrity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5351D-9910-9793-E984-C17592157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Referential Integrity</a:t>
            </a:r>
          </a:p>
          <a:p>
            <a:pPr lvl="1"/>
            <a:r>
              <a:rPr lang="en-US" dirty="0"/>
              <a:t>Requirement</a:t>
            </a:r>
          </a:p>
          <a:p>
            <a:pPr lvl="2"/>
            <a:r>
              <a:rPr lang="en-US" dirty="0"/>
              <a:t>FK value matches an existing PK value of the related table or can be null</a:t>
            </a:r>
          </a:p>
          <a:p>
            <a:pPr lvl="2"/>
            <a:r>
              <a:rPr lang="en-US" dirty="0"/>
              <a:t>However, a FK cannot be null if it is a PK attribute of the table where it resides</a:t>
            </a:r>
          </a:p>
          <a:p>
            <a:pPr lvl="1"/>
            <a:r>
              <a:rPr lang="en-US" dirty="0"/>
              <a:t>Purpose</a:t>
            </a:r>
          </a:p>
          <a:p>
            <a:pPr lvl="2"/>
            <a:r>
              <a:rPr lang="en-US" dirty="0"/>
              <a:t>It is impossible to have an invalid FK value (i.e., it must reference an existing entity occurrence in the related table or be null)</a:t>
            </a:r>
          </a:p>
          <a:p>
            <a:pPr lvl="2"/>
            <a:r>
              <a:rPr lang="en-US" dirty="0"/>
              <a:t>Makes it impossible to delete the row being referenced by the FK</a:t>
            </a:r>
          </a:p>
          <a:p>
            <a:pPr lvl="1"/>
            <a:r>
              <a:rPr lang="en-US" dirty="0"/>
              <a:t>Example</a:t>
            </a:r>
          </a:p>
          <a:p>
            <a:pPr lvl="2"/>
            <a:r>
              <a:rPr lang="en-US" dirty="0"/>
              <a:t>A customer may not have a sales representative, but if it does, the sales representative must exist in the sales representative table</a:t>
            </a:r>
          </a:p>
          <a:p>
            <a:pPr lvl="2"/>
            <a:r>
              <a:rPr lang="en-US" dirty="0"/>
              <a:t>The sales representative cannot be removed from the sales representative table if a customer refers to it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930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70BB1-6BE1-33C0-973E-0840D381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 – One-to-Many (1:M)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3744D-808A-4D64-6DD1-895DE69C1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row of Table A links with many rows of Table B</a:t>
            </a:r>
          </a:p>
          <a:p>
            <a:r>
              <a:rPr lang="en-US" dirty="0"/>
              <a:t>However, only one in row of Table B links to one row of Table A</a:t>
            </a:r>
          </a:p>
        </p:txBody>
      </p:sp>
      <p:pic>
        <p:nvPicPr>
          <p:cNvPr id="5" name="Picture 4" descr="A diagram of a relationship between two pairs&#10;&#10;Description automatically generated">
            <a:extLst>
              <a:ext uri="{FF2B5EF4-FFF2-40B4-BE49-F238E27FC236}">
                <a16:creationId xmlns:a16="http://schemas.microsoft.com/office/drawing/2014/main" id="{C9AC19CA-AE75-96BD-0DD9-0FA7DF446D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3100498"/>
            <a:ext cx="9753600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76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70BB1-6BE1-33C0-973E-0840D381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 – One-to-Many (1:M)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3744D-808A-4D64-6DD1-895DE69C1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74733" cy="4351338"/>
          </a:xfrm>
        </p:spPr>
        <p:txBody>
          <a:bodyPr/>
          <a:lstStyle/>
          <a:p>
            <a:r>
              <a:rPr lang="en-US" dirty="0"/>
              <a:t>PK of Painter</a:t>
            </a:r>
          </a:p>
          <a:p>
            <a:r>
              <a:rPr lang="en-US" dirty="0"/>
              <a:t>PK of Painting</a:t>
            </a:r>
          </a:p>
          <a:p>
            <a:r>
              <a:rPr lang="en-US" dirty="0"/>
              <a:t>FK of Painting</a:t>
            </a:r>
          </a:p>
          <a:p>
            <a:r>
              <a:rPr lang="en-US" dirty="0"/>
              <a:t>In all cases of painter-paintings:</a:t>
            </a:r>
          </a:p>
          <a:p>
            <a:pPr lvl="1"/>
            <a:r>
              <a:rPr lang="en-US" dirty="0"/>
              <a:t>A painter paints many paintings</a:t>
            </a:r>
          </a:p>
          <a:p>
            <a:pPr lvl="1"/>
            <a:r>
              <a:rPr lang="en-US" dirty="0"/>
              <a:t>A painting is painted by one painter</a:t>
            </a:r>
          </a:p>
          <a:p>
            <a:r>
              <a:rPr lang="en-US" dirty="0"/>
              <a:t>The PK from the “one-side” is placed as a FK in the “many-side.” 	Why?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4CFAECFE-8510-9E67-D643-4B2A2F6FBBF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8" t="12137" r="32762" b="4779"/>
          <a:stretch/>
        </p:blipFill>
        <p:spPr>
          <a:xfrm>
            <a:off x="6112933" y="1825625"/>
            <a:ext cx="5240867" cy="3592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26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5F29D-342A-3542-7651-CFB195AB0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 – One-to-Many (1:M)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A5057-D551-7BA1-A62D-8A3A8E670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PK from the “one-side” is placed as a FK in the “many-side.” Why?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EBC4A8-7831-EBCB-0FA2-459FAFF3C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999796"/>
              </p:ext>
            </p:extLst>
          </p:nvPr>
        </p:nvGraphicFramePr>
        <p:xfrm>
          <a:off x="1149761" y="2330302"/>
          <a:ext cx="9617077" cy="8458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54150">
                  <a:extLst>
                    <a:ext uri="{9D8B030D-6E8A-4147-A177-3AD203B41FA5}">
                      <a16:colId xmlns:a16="http://schemas.microsoft.com/office/drawing/2014/main" val="4197685700"/>
                    </a:ext>
                  </a:extLst>
                </a:gridCol>
                <a:gridCol w="1647825">
                  <a:extLst>
                    <a:ext uri="{9D8B030D-6E8A-4147-A177-3AD203B41FA5}">
                      <a16:colId xmlns:a16="http://schemas.microsoft.com/office/drawing/2014/main" val="2612881266"/>
                    </a:ext>
                  </a:extLst>
                </a:gridCol>
                <a:gridCol w="1647825">
                  <a:extLst>
                    <a:ext uri="{9D8B030D-6E8A-4147-A177-3AD203B41FA5}">
                      <a16:colId xmlns:a16="http://schemas.microsoft.com/office/drawing/2014/main" val="2601663122"/>
                    </a:ext>
                  </a:extLst>
                </a:gridCol>
                <a:gridCol w="1624013">
                  <a:extLst>
                    <a:ext uri="{9D8B030D-6E8A-4147-A177-3AD203B41FA5}">
                      <a16:colId xmlns:a16="http://schemas.microsoft.com/office/drawing/2014/main" val="695619409"/>
                    </a:ext>
                  </a:extLst>
                </a:gridCol>
                <a:gridCol w="1081088">
                  <a:extLst>
                    <a:ext uri="{9D8B030D-6E8A-4147-A177-3AD203B41FA5}">
                      <a16:colId xmlns:a16="http://schemas.microsoft.com/office/drawing/2014/main" val="4223333628"/>
                    </a:ext>
                  </a:extLst>
                </a:gridCol>
                <a:gridCol w="1081088">
                  <a:extLst>
                    <a:ext uri="{9D8B030D-6E8A-4147-A177-3AD203B41FA5}">
                      <a16:colId xmlns:a16="http://schemas.microsoft.com/office/drawing/2014/main" val="2238404215"/>
                    </a:ext>
                  </a:extLst>
                </a:gridCol>
                <a:gridCol w="1081088">
                  <a:extLst>
                    <a:ext uri="{9D8B030D-6E8A-4147-A177-3AD203B41FA5}">
                      <a16:colId xmlns:a16="http://schemas.microsoft.com/office/drawing/2014/main" val="397751148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PAINTER_NUM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PAINTER_LNAME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PAINTER_LNAME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PAINTER_INITIAL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PAINTING1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PAINTING2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PAINTING3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694866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123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Ross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Georgette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P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1338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1339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1341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149605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126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Itero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Julio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G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1340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1342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38064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EC0A0FB-39BB-79F3-4FD3-ED534BB1A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917119"/>
              </p:ext>
            </p:extLst>
          </p:nvPr>
        </p:nvGraphicFramePr>
        <p:xfrm>
          <a:off x="2288794" y="3680799"/>
          <a:ext cx="7339013" cy="1691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54150">
                  <a:extLst>
                    <a:ext uri="{9D8B030D-6E8A-4147-A177-3AD203B41FA5}">
                      <a16:colId xmlns:a16="http://schemas.microsoft.com/office/drawing/2014/main" val="2261036589"/>
                    </a:ext>
                  </a:extLst>
                </a:gridCol>
                <a:gridCol w="1647825">
                  <a:extLst>
                    <a:ext uri="{9D8B030D-6E8A-4147-A177-3AD203B41FA5}">
                      <a16:colId xmlns:a16="http://schemas.microsoft.com/office/drawing/2014/main" val="3272079452"/>
                    </a:ext>
                  </a:extLst>
                </a:gridCol>
                <a:gridCol w="1647825">
                  <a:extLst>
                    <a:ext uri="{9D8B030D-6E8A-4147-A177-3AD203B41FA5}">
                      <a16:colId xmlns:a16="http://schemas.microsoft.com/office/drawing/2014/main" val="415958554"/>
                    </a:ext>
                  </a:extLst>
                </a:gridCol>
                <a:gridCol w="1624013">
                  <a:extLst>
                    <a:ext uri="{9D8B030D-6E8A-4147-A177-3AD203B41FA5}">
                      <a16:colId xmlns:a16="http://schemas.microsoft.com/office/drawing/2014/main" val="3089395580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2646311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PAINTER_NUM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PAINTER_LNAME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PAINTER_LNAME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PAINTER_INITIAL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PAINTING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1738642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123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Ross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Georgette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P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1338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9471376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123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Ross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Georgette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P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1339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40648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123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Ross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Georgette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P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1341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193114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126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Itero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Julio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G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1340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1651533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126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Itero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Julio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G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1342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0565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2496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70BB1-6BE1-33C0-973E-0840D381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 – One-to-One (1:1)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3744D-808A-4D64-6DD1-895DE69C1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row of Table A links with only one row of Table B</a:t>
            </a:r>
          </a:p>
          <a:p>
            <a:r>
              <a:rPr lang="en-US" dirty="0"/>
              <a:t>And only one in row of Table B links to only one row of Table A</a:t>
            </a:r>
          </a:p>
        </p:txBody>
      </p:sp>
      <p:pic>
        <p:nvPicPr>
          <p:cNvPr id="6" name="Picture 5" descr="A diagram of a relationship between a chair and a chair&#10;&#10;Description automatically generated">
            <a:extLst>
              <a:ext uri="{FF2B5EF4-FFF2-40B4-BE49-F238E27FC236}">
                <a16:creationId xmlns:a16="http://schemas.microsoft.com/office/drawing/2014/main" id="{5B82F911-04D4-7CBF-5C11-6A16F42DA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2906897"/>
            <a:ext cx="9753600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658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70BB1-6BE1-33C0-973E-0840D381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 – One-to-One (1:1)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3744D-808A-4D64-6DD1-895DE69C1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337809" cy="4351338"/>
          </a:xfrm>
        </p:spPr>
        <p:txBody>
          <a:bodyPr>
            <a:normAutofit/>
          </a:bodyPr>
          <a:lstStyle/>
          <a:p>
            <a:r>
              <a:rPr lang="en-US" dirty="0"/>
              <a:t>PK is </a:t>
            </a:r>
            <a:r>
              <a:rPr lang="en-US" dirty="0" err="1"/>
              <a:t>dept_code</a:t>
            </a:r>
            <a:endParaRPr lang="en-US" dirty="0"/>
          </a:p>
          <a:p>
            <a:r>
              <a:rPr lang="en-US" dirty="0"/>
              <a:t>FK is </a:t>
            </a:r>
            <a:r>
              <a:rPr lang="en-US" dirty="0" err="1"/>
              <a:t>emp_num</a:t>
            </a:r>
            <a:endParaRPr lang="en-US" dirty="0"/>
          </a:p>
          <a:p>
            <a:r>
              <a:rPr lang="en-US" dirty="0"/>
              <a:t>Why not have </a:t>
            </a:r>
            <a:r>
              <a:rPr lang="en-US" dirty="0" err="1"/>
              <a:t>dept_code</a:t>
            </a:r>
            <a:r>
              <a:rPr lang="en-US" dirty="0"/>
              <a:t> as the FK in the employee table instead? </a:t>
            </a:r>
          </a:p>
        </p:txBody>
      </p:sp>
      <p:pic>
        <p:nvPicPr>
          <p:cNvPr id="8" name="Picture 7" descr="A table with numbers and numbers&#10;&#10;Description automatically generated">
            <a:extLst>
              <a:ext uri="{FF2B5EF4-FFF2-40B4-BE49-F238E27FC236}">
                <a16:creationId xmlns:a16="http://schemas.microsoft.com/office/drawing/2014/main" id="{B6E6C82C-4926-8950-49F7-39E2048B92C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619"/>
          <a:stretch/>
        </p:blipFill>
        <p:spPr>
          <a:xfrm>
            <a:off x="5176010" y="1825625"/>
            <a:ext cx="6177789" cy="2643369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B3924D-3E9A-FD4F-E931-BCA8763274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5551358"/>
              </p:ext>
            </p:extLst>
          </p:nvPr>
        </p:nvGraphicFramePr>
        <p:xfrm>
          <a:off x="5176010" y="4503814"/>
          <a:ext cx="6177789" cy="11277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94740">
                  <a:extLst>
                    <a:ext uri="{9D8B030D-6E8A-4147-A177-3AD203B41FA5}">
                      <a16:colId xmlns:a16="http://schemas.microsoft.com/office/drawing/2014/main" val="271636963"/>
                    </a:ext>
                  </a:extLst>
                </a:gridCol>
                <a:gridCol w="1327468">
                  <a:extLst>
                    <a:ext uri="{9D8B030D-6E8A-4147-A177-3AD203B41FA5}">
                      <a16:colId xmlns:a16="http://schemas.microsoft.com/office/drawing/2014/main" val="2158726425"/>
                    </a:ext>
                  </a:extLst>
                </a:gridCol>
                <a:gridCol w="1737043">
                  <a:extLst>
                    <a:ext uri="{9D8B030D-6E8A-4147-A177-3AD203B41FA5}">
                      <a16:colId xmlns:a16="http://schemas.microsoft.com/office/drawing/2014/main" val="1070161542"/>
                    </a:ext>
                  </a:extLst>
                </a:gridCol>
                <a:gridCol w="2018538">
                  <a:extLst>
                    <a:ext uri="{9D8B030D-6E8A-4147-A177-3AD203B41FA5}">
                      <a16:colId xmlns:a16="http://schemas.microsoft.com/office/drawing/2014/main" val="425242684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EMP_NUM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PROF_OFFICE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PROF_EXTENSION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PROF_HIGH_DEGREE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887601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105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DRE 102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8665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Ph.D.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7262156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114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KLR 211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4436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Ph.D.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294163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301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KLR 244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4683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Ph.D.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29218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7067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A5453-D846-CBBD-648C-C1C7C593C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 – One-to-One (1:1)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A34CF-940A-A715-3AC9-0353E81E0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General rule: The PK from one table is placed in the other table to minimize redundant data and null entries in the FK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1D8D7BD-B92A-9C49-AC52-1398BE0664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303650"/>
              </p:ext>
            </p:extLst>
          </p:nvPr>
        </p:nvGraphicFramePr>
        <p:xfrm>
          <a:off x="1257689" y="1923039"/>
          <a:ext cx="7519354" cy="11277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94740">
                  <a:extLst>
                    <a:ext uri="{9D8B030D-6E8A-4147-A177-3AD203B41FA5}">
                      <a16:colId xmlns:a16="http://schemas.microsoft.com/office/drawing/2014/main" val="271636963"/>
                    </a:ext>
                  </a:extLst>
                </a:gridCol>
                <a:gridCol w="1327468">
                  <a:extLst>
                    <a:ext uri="{9D8B030D-6E8A-4147-A177-3AD203B41FA5}">
                      <a16:colId xmlns:a16="http://schemas.microsoft.com/office/drawing/2014/main" val="2158726425"/>
                    </a:ext>
                  </a:extLst>
                </a:gridCol>
                <a:gridCol w="1737043">
                  <a:extLst>
                    <a:ext uri="{9D8B030D-6E8A-4147-A177-3AD203B41FA5}">
                      <a16:colId xmlns:a16="http://schemas.microsoft.com/office/drawing/2014/main" val="1070161542"/>
                    </a:ext>
                  </a:extLst>
                </a:gridCol>
                <a:gridCol w="2018538">
                  <a:extLst>
                    <a:ext uri="{9D8B030D-6E8A-4147-A177-3AD203B41FA5}">
                      <a16:colId xmlns:a16="http://schemas.microsoft.com/office/drawing/2014/main" val="4252426842"/>
                    </a:ext>
                  </a:extLst>
                </a:gridCol>
                <a:gridCol w="1341565">
                  <a:extLst>
                    <a:ext uri="{9D8B030D-6E8A-4147-A177-3AD203B41FA5}">
                      <a16:colId xmlns:a16="http://schemas.microsoft.com/office/drawing/2014/main" val="31689072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EMP_NUM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PROF_OFFICE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PROF_EXTENSION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PROF_HIGH_DEGREE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CHAIRS_DEPT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887601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105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DRE 102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8665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Ph.D.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262156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114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KLR 211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4436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Ph.D.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ACCT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4163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301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KLR 244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4683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Ph.D.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218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8756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8E73-E7C1-94CD-3CB6-9FB7425FC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 – Many-to-Many (M:N)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D1441-B916-340F-35EE-918BE63C6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rows of Table A links with many rows of Table B</a:t>
            </a:r>
          </a:p>
          <a:p>
            <a:r>
              <a:rPr lang="en-US" dirty="0"/>
              <a:t>And many rows of Table B links to many rows of Table A</a:t>
            </a:r>
          </a:p>
          <a:p>
            <a:endParaRPr lang="en-US" dirty="0"/>
          </a:p>
        </p:txBody>
      </p:sp>
      <p:pic>
        <p:nvPicPr>
          <p:cNvPr id="9" name="Picture 8" descr="A red line with black text&#10;&#10;Description automatically generated">
            <a:extLst>
              <a:ext uri="{FF2B5EF4-FFF2-40B4-BE49-F238E27FC236}">
                <a16:creationId xmlns:a16="http://schemas.microsoft.com/office/drawing/2014/main" id="{9615DC18-199A-9BDA-42FA-D853F59E14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3353" y="3246020"/>
            <a:ext cx="5365294" cy="1755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822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24F94-858D-65CE-9540-AA392FB4A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 – Many-to-Many (M:N)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06BD6-C4D8-C2AC-A860-2300AE0CF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355243" cy="435133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PK of Student?!?</a:t>
            </a:r>
          </a:p>
          <a:p>
            <a:pPr lvl="1"/>
            <a:r>
              <a:rPr lang="en-US" dirty="0" err="1"/>
              <a:t>stu_num</a:t>
            </a:r>
            <a:r>
              <a:rPr lang="en-US" dirty="0"/>
              <a:t> – not possible</a:t>
            </a:r>
          </a:p>
          <a:p>
            <a:pPr lvl="1"/>
            <a:r>
              <a:rPr lang="en-US" dirty="0"/>
              <a:t>Must be </a:t>
            </a:r>
            <a:r>
              <a:rPr lang="en-US" dirty="0" err="1"/>
              <a:t>stu_num</a:t>
            </a:r>
            <a:r>
              <a:rPr lang="en-US" dirty="0"/>
              <a:t> and </a:t>
            </a:r>
            <a:r>
              <a:rPr lang="en-US" dirty="0" err="1"/>
              <a:t>class_code</a:t>
            </a:r>
            <a:endParaRPr lang="en-US" dirty="0"/>
          </a:p>
          <a:p>
            <a:r>
              <a:rPr lang="en-US" dirty="0"/>
              <a:t>PK of Class?!?</a:t>
            </a:r>
          </a:p>
          <a:p>
            <a:pPr lvl="1"/>
            <a:r>
              <a:rPr lang="en-US" dirty="0" err="1"/>
              <a:t>class_code</a:t>
            </a:r>
            <a:r>
              <a:rPr lang="en-US" dirty="0"/>
              <a:t> – not possible</a:t>
            </a:r>
          </a:p>
          <a:p>
            <a:pPr lvl="1"/>
            <a:r>
              <a:rPr lang="en-US" dirty="0"/>
              <a:t>Must be </a:t>
            </a:r>
            <a:r>
              <a:rPr lang="en-US" dirty="0" err="1"/>
              <a:t>class_code</a:t>
            </a:r>
            <a:r>
              <a:rPr lang="en-US" dirty="0"/>
              <a:t> and </a:t>
            </a:r>
            <a:r>
              <a:rPr lang="en-US" dirty="0" err="1"/>
              <a:t>stu_num</a:t>
            </a:r>
            <a:endParaRPr lang="en-US" dirty="0"/>
          </a:p>
          <a:p>
            <a:pPr lvl="1"/>
            <a:r>
              <a:rPr lang="en-US" dirty="0"/>
              <a:t>But what if a class currently does not have any students?</a:t>
            </a:r>
          </a:p>
          <a:p>
            <a:r>
              <a:rPr lang="en-US" dirty="0"/>
              <a:t>Results in a lot of redundant data, complicated composite keys, and complex queries</a:t>
            </a:r>
          </a:p>
          <a:p>
            <a:r>
              <a:rPr lang="en-US" dirty="0"/>
              <a:t>Note the common attributes are </a:t>
            </a:r>
            <a:r>
              <a:rPr lang="en-US" dirty="0" err="1"/>
              <a:t>stu_num</a:t>
            </a:r>
            <a:r>
              <a:rPr lang="en-US" dirty="0"/>
              <a:t> and </a:t>
            </a:r>
            <a:r>
              <a:rPr lang="en-US" dirty="0" err="1"/>
              <a:t>class_code</a:t>
            </a:r>
            <a:endParaRPr lang="en-US" dirty="0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FA9E7C9F-1ECF-C4D4-4A27-3A7B5E8B3DC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57"/>
          <a:stretch/>
        </p:blipFill>
        <p:spPr>
          <a:xfrm>
            <a:off x="5193443" y="1825625"/>
            <a:ext cx="6160357" cy="373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7117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5F420-A3E0-923B-8AD1-59BD3F355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 – Many-to-Many (M:N)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CEF37-3011-4375-5D5E-1BAB52D59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Many-to-Many relationships are resolved with bridge entities</a:t>
            </a:r>
          </a:p>
          <a:p>
            <a:pPr lvl="1"/>
            <a:r>
              <a:rPr lang="en-US" dirty="0"/>
              <a:t>Bridge entities are also called associative or composite entities</a:t>
            </a:r>
          </a:p>
          <a:p>
            <a:pPr lvl="1"/>
            <a:r>
              <a:rPr lang="en-US" dirty="0"/>
              <a:t>Resolving the M:N</a:t>
            </a:r>
          </a:p>
          <a:p>
            <a:pPr lvl="2"/>
            <a:r>
              <a:rPr lang="en-US" dirty="0"/>
              <a:t>Form a bridge entity composed of the PK of each entity</a:t>
            </a:r>
          </a:p>
          <a:p>
            <a:pPr lvl="2"/>
            <a:r>
              <a:rPr lang="en-US" dirty="0"/>
              <a:t>The PK of the bridge entity is a composite primary key</a:t>
            </a:r>
          </a:p>
          <a:p>
            <a:pPr lvl="2"/>
            <a:r>
              <a:rPr lang="en-US" dirty="0"/>
              <a:t>Each PK attribute of the bridge entity is a FK to another table</a:t>
            </a:r>
          </a:p>
          <a:p>
            <a:pPr lvl="2"/>
            <a:r>
              <a:rPr lang="en-US" dirty="0"/>
              <a:t>Remember that the PK attribute cannot be null, so the FK attributes cannot be null</a:t>
            </a:r>
          </a:p>
          <a:p>
            <a:pPr lvl="2"/>
            <a:r>
              <a:rPr lang="en-US" dirty="0"/>
              <a:t>Suppose we allow a null FK, why does that not make sense intuitively?</a:t>
            </a:r>
          </a:p>
          <a:p>
            <a:pPr lvl="1"/>
            <a:r>
              <a:rPr lang="en-US" dirty="0"/>
              <a:t>You can have additional attributes in the bridge entities</a:t>
            </a:r>
          </a:p>
          <a:p>
            <a:pPr lvl="2"/>
            <a:r>
              <a:rPr lang="en-US" dirty="0"/>
              <a:t>These typical exist because of the relationship; they describe something about it</a:t>
            </a:r>
          </a:p>
          <a:p>
            <a:pPr lvl="1"/>
            <a:r>
              <a:rPr lang="en-US" dirty="0"/>
              <a:t>The M:N relationships still exists!</a:t>
            </a:r>
          </a:p>
        </p:txBody>
      </p:sp>
    </p:spTree>
    <p:extLst>
      <p:ext uri="{BB962C8B-B14F-4D97-AF65-F5344CB8AC3E}">
        <p14:creationId xmlns:p14="http://schemas.microsoft.com/office/powerpoint/2010/main" val="28222415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983D6-4401-23B6-0391-52A4AC151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 – Many-to-Many (M:N)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937BE-F9AF-26FB-3471-047BEAAF7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students enroll in many class, and many classes are taken by many students—the M:N relationship is maintained</a:t>
            </a:r>
          </a:p>
          <a:p>
            <a:r>
              <a:rPr lang="en-US" i="1" dirty="0"/>
              <a:t>Important: Unless otherwise specified, all M:N relationships must be resolved in any work we complete for this course</a:t>
            </a:r>
          </a:p>
          <a:p>
            <a:endParaRPr lang="en-US" dirty="0"/>
          </a:p>
        </p:txBody>
      </p:sp>
      <p:pic>
        <p:nvPicPr>
          <p:cNvPr id="4" name="Picture 3" descr="Screen Clipping">
            <a:extLst>
              <a:ext uri="{FF2B5EF4-FFF2-40B4-BE49-F238E27FC236}">
                <a16:creationId xmlns:a16="http://schemas.microsoft.com/office/drawing/2014/main" id="{DF89E029-71AD-D3EC-5B0E-27BDF2217D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9" t="24106" r="7750" b="10313"/>
          <a:stretch/>
        </p:blipFill>
        <p:spPr>
          <a:xfrm>
            <a:off x="1617527" y="3631289"/>
            <a:ext cx="8956945" cy="1877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4110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490B2-D17F-B63F-F061-C85BBE68D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 – Many-to-Many (M:N)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01620-E796-CF2C-A2AE-D2221C433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https://www.itsolutionstuff.com/post/laravel-many-to-many-eloquent-relationship-tutorialexample.html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 descr="A diagram of a computer&#10;&#10;Description automatically generated">
            <a:extLst>
              <a:ext uri="{FF2B5EF4-FFF2-40B4-BE49-F238E27FC236}">
                <a16:creationId xmlns:a16="http://schemas.microsoft.com/office/drawing/2014/main" id="{A4D2B2DD-078D-6CF7-454E-662C886EEF6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5" t="45927" r="6835" b="5687"/>
          <a:stretch/>
        </p:blipFill>
        <p:spPr>
          <a:xfrm>
            <a:off x="838199" y="1825625"/>
            <a:ext cx="10515600" cy="3197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5636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D5A18-96D4-9299-7A6D-47B09BCB5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Primary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1B14B-6A35-2B27-81FB-B98AEEEF1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Natural keys</a:t>
            </a:r>
          </a:p>
          <a:p>
            <a:pPr lvl="1"/>
            <a:r>
              <a:rPr lang="en-US" dirty="0"/>
              <a:t>Real world, generally accepted identifier</a:t>
            </a:r>
          </a:p>
          <a:p>
            <a:pPr lvl="1"/>
            <a:r>
              <a:rPr lang="en-US" dirty="0"/>
              <a:t>Familiar to end-users</a:t>
            </a:r>
          </a:p>
          <a:p>
            <a:r>
              <a:rPr lang="en-US" dirty="0"/>
              <a:t>Primary key guidelines</a:t>
            </a:r>
          </a:p>
          <a:p>
            <a:pPr lvl="1"/>
            <a:r>
              <a:rPr lang="en-US" dirty="0"/>
              <a:t>The PK is to ensure entity integrity, not describe the entity</a:t>
            </a:r>
          </a:p>
          <a:p>
            <a:pPr lvl="1"/>
            <a:r>
              <a:rPr lang="en-US" dirty="0"/>
              <a:t>The PK is used to establish relationships unseen by the end user</a:t>
            </a:r>
          </a:p>
          <a:p>
            <a:r>
              <a:rPr lang="en-US" dirty="0"/>
              <a:t>Desirable PK characteristics</a:t>
            </a:r>
          </a:p>
          <a:p>
            <a:pPr lvl="1"/>
            <a:r>
              <a:rPr lang="en-US" dirty="0"/>
              <a:t>Non-intelligent</a:t>
            </a:r>
          </a:p>
          <a:p>
            <a:pPr lvl="1"/>
            <a:r>
              <a:rPr lang="en-US" dirty="0"/>
              <a:t>No change over time</a:t>
            </a:r>
          </a:p>
          <a:p>
            <a:pPr lvl="1"/>
            <a:r>
              <a:rPr lang="en-US" dirty="0"/>
              <a:t>Preferably single-attribute</a:t>
            </a:r>
          </a:p>
          <a:p>
            <a:pPr lvl="1"/>
            <a:r>
              <a:rPr lang="en-US" dirty="0"/>
              <a:t>Preferably numeric</a:t>
            </a:r>
          </a:p>
          <a:p>
            <a:pPr lvl="1"/>
            <a:r>
              <a:rPr lang="en-US" dirty="0"/>
              <a:t>Security compliant</a:t>
            </a:r>
          </a:p>
        </p:txBody>
      </p:sp>
    </p:spTree>
    <p:extLst>
      <p:ext uri="{BB962C8B-B14F-4D97-AF65-F5344CB8AC3E}">
        <p14:creationId xmlns:p14="http://schemas.microsoft.com/office/powerpoint/2010/main" val="2038936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D5A18-96D4-9299-7A6D-47B09BCB5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Primary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1B14B-6A35-2B27-81FB-B98AEEEF1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Composite keys</a:t>
            </a:r>
          </a:p>
          <a:p>
            <a:pPr lvl="1"/>
            <a:r>
              <a:rPr lang="en-US" dirty="0"/>
              <a:t>Used in bridge entities</a:t>
            </a:r>
          </a:p>
          <a:p>
            <a:pPr lvl="1"/>
            <a:r>
              <a:rPr lang="en-US" dirty="0"/>
              <a:t>Used in weak entities (we will see this later)</a:t>
            </a:r>
          </a:p>
          <a:p>
            <a:pPr lvl="1"/>
            <a:r>
              <a:rPr lang="en-US" dirty="0"/>
              <a:t>Not favored in </a:t>
            </a:r>
            <a:r>
              <a:rPr lang="en-US"/>
              <a:t>other entities</a:t>
            </a:r>
            <a:endParaRPr lang="en-US" dirty="0"/>
          </a:p>
          <a:p>
            <a:r>
              <a:rPr lang="en-US" dirty="0"/>
              <a:t>Surrogate keys</a:t>
            </a:r>
          </a:p>
          <a:p>
            <a:pPr lvl="1"/>
            <a:r>
              <a:rPr lang="en-US" dirty="0"/>
              <a:t>When there is no natural or suitable primary key</a:t>
            </a:r>
          </a:p>
          <a:p>
            <a:pPr lvl="1"/>
            <a:r>
              <a:rPr lang="en-US" dirty="0"/>
              <a:t>Good when the only other option are large composite keys</a:t>
            </a:r>
          </a:p>
          <a:p>
            <a:pPr lvl="1"/>
            <a:r>
              <a:rPr lang="en-US" dirty="0"/>
              <a:t>Good when the other at option does not meet the desirable characteristics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000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819</TotalTime>
  <Words>1324</Words>
  <Application>Microsoft Office PowerPoint</Application>
  <PresentationFormat>Widescreen</PresentationFormat>
  <Paragraphs>246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2013 - 2022 Theme</vt:lpstr>
      <vt:lpstr>Relational Database Model</vt:lpstr>
      <vt:lpstr>Characteristics of a Relational Table</vt:lpstr>
      <vt:lpstr>Characteristics of a Relational Table</vt:lpstr>
      <vt:lpstr>Keys</vt:lpstr>
      <vt:lpstr>Keys</vt:lpstr>
      <vt:lpstr>Keys</vt:lpstr>
      <vt:lpstr>Integrity Rules</vt:lpstr>
      <vt:lpstr>Integrity Rules</vt:lpstr>
      <vt:lpstr>Relationships – One-to-Many (1:M)</vt:lpstr>
      <vt:lpstr>Relationships – One-to-Many (1:M)</vt:lpstr>
      <vt:lpstr>Relationships – One-to-Many (1:M)</vt:lpstr>
      <vt:lpstr>Relationships – One-to-One (1:1)</vt:lpstr>
      <vt:lpstr>Relationships – One-to-One (1:1)</vt:lpstr>
      <vt:lpstr>Relationships – One-to-One (1:1)</vt:lpstr>
      <vt:lpstr>Relationships – Many-to-Many (M:N)</vt:lpstr>
      <vt:lpstr>Relationships – Many-to-Many (M:N)</vt:lpstr>
      <vt:lpstr>Relationships – Many-to-Many (M:N)</vt:lpstr>
      <vt:lpstr>Relationships – Many-to-Many (M:N)</vt:lpstr>
      <vt:lpstr>Relationships – Many-to-Many (M:N)</vt:lpstr>
      <vt:lpstr>Selecting Primary Keys</vt:lpstr>
      <vt:lpstr>Selecting Primary Keys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</dc:title>
  <dc:creator>Jason Powell</dc:creator>
  <cp:lastModifiedBy>Jason Powell</cp:lastModifiedBy>
  <cp:revision>2</cp:revision>
  <dcterms:created xsi:type="dcterms:W3CDTF">2023-11-22T17:02:41Z</dcterms:created>
  <dcterms:modified xsi:type="dcterms:W3CDTF">2026-01-18T02:06:35Z</dcterms:modified>
</cp:coreProperties>
</file>