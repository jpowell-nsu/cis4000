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3" r:id="rId2"/>
    <p:sldId id="257" r:id="rId3"/>
    <p:sldId id="258" r:id="rId4"/>
    <p:sldId id="259" r:id="rId5"/>
    <p:sldId id="260" r:id="rId6"/>
    <p:sldId id="261" r:id="rId7"/>
    <p:sldId id="29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CDD1DD-124C-420D-AA74-AF27A7BCFF24}" v="4" dt="2026-01-03T16:08:23.9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Powell" userId="67fc0dff-6db8-4f1b-ac54-75c6f741d683" providerId="ADAL" clId="{E6AFD2F6-340B-4F5E-88D8-0BCD0CADE410}"/>
    <pc:docChg chg="undo custSel delSld modSld">
      <pc:chgData name="Jason Powell" userId="67fc0dff-6db8-4f1b-ac54-75c6f741d683" providerId="ADAL" clId="{E6AFD2F6-340B-4F5E-88D8-0BCD0CADE410}" dt="2026-01-03T16:13:12.089" v="237" actId="20577"/>
      <pc:docMkLst>
        <pc:docMk/>
      </pc:docMkLst>
      <pc:sldChg chg="modSp del">
        <pc:chgData name="Jason Powell" userId="67fc0dff-6db8-4f1b-ac54-75c6f741d683" providerId="ADAL" clId="{E6AFD2F6-340B-4F5E-88D8-0BCD0CADE410}" dt="2026-01-03T16:10:52.291" v="220" actId="47"/>
        <pc:sldMkLst>
          <pc:docMk/>
          <pc:sldMk cId="2230464284" sldId="256"/>
        </pc:sldMkLst>
        <pc:spChg chg="mod">
          <ac:chgData name="Jason Powell" userId="67fc0dff-6db8-4f1b-ac54-75c6f741d683" providerId="ADAL" clId="{E6AFD2F6-340B-4F5E-88D8-0BCD0CADE410}" dt="2026-01-03T15:56:17.305" v="0"/>
          <ac:spMkLst>
            <pc:docMk/>
            <pc:sldMk cId="2230464284" sldId="256"/>
            <ac:spMk id="2" creationId="{5EDE248C-EF1A-6D29-BC28-BB5C249EF75D}"/>
          </ac:spMkLst>
        </pc:spChg>
        <pc:spChg chg="mod">
          <ac:chgData name="Jason Powell" userId="67fc0dff-6db8-4f1b-ac54-75c6f741d683" providerId="ADAL" clId="{E6AFD2F6-340B-4F5E-88D8-0BCD0CADE410}" dt="2026-01-03T15:56:17.305" v="0"/>
          <ac:spMkLst>
            <pc:docMk/>
            <pc:sldMk cId="2230464284" sldId="256"/>
            <ac:spMk id="3" creationId="{68015197-CBE5-763C-242D-4A9EED932164}"/>
          </ac:spMkLst>
        </pc:spChg>
      </pc:sldChg>
      <pc:sldChg chg="modSp mod">
        <pc:chgData name="Jason Powell" userId="67fc0dff-6db8-4f1b-ac54-75c6f741d683" providerId="ADAL" clId="{E6AFD2F6-340B-4F5E-88D8-0BCD0CADE410}" dt="2026-01-03T16:11:55.609" v="231" actId="20577"/>
        <pc:sldMkLst>
          <pc:docMk/>
          <pc:sldMk cId="1137992745" sldId="257"/>
        </pc:sldMkLst>
        <pc:spChg chg="mod">
          <ac:chgData name="Jason Powell" userId="67fc0dff-6db8-4f1b-ac54-75c6f741d683" providerId="ADAL" clId="{E6AFD2F6-340B-4F5E-88D8-0BCD0CADE410}" dt="2026-01-03T15:56:17.305" v="0"/>
          <ac:spMkLst>
            <pc:docMk/>
            <pc:sldMk cId="1137992745" sldId="257"/>
            <ac:spMk id="2" creationId="{13F09F8A-F7C2-FD9E-D6A7-F3DE7A934060}"/>
          </ac:spMkLst>
        </pc:spChg>
        <pc:spChg chg="mod">
          <ac:chgData name="Jason Powell" userId="67fc0dff-6db8-4f1b-ac54-75c6f741d683" providerId="ADAL" clId="{E6AFD2F6-340B-4F5E-88D8-0BCD0CADE410}" dt="2026-01-03T16:11:55.609" v="231" actId="20577"/>
          <ac:spMkLst>
            <pc:docMk/>
            <pc:sldMk cId="1137992745" sldId="257"/>
            <ac:spMk id="3" creationId="{AFB507A5-EF27-B09A-B6DD-FF1EDBA8BEAD}"/>
          </ac:spMkLst>
        </pc:spChg>
      </pc:sldChg>
      <pc:sldChg chg="modSp mod">
        <pc:chgData name="Jason Powell" userId="67fc0dff-6db8-4f1b-ac54-75c6f741d683" providerId="ADAL" clId="{E6AFD2F6-340B-4F5E-88D8-0BCD0CADE410}" dt="2026-01-03T16:12:27.848" v="235" actId="20577"/>
        <pc:sldMkLst>
          <pc:docMk/>
          <pc:sldMk cId="3321409180" sldId="258"/>
        </pc:sldMkLst>
        <pc:spChg chg="mod">
          <ac:chgData name="Jason Powell" userId="67fc0dff-6db8-4f1b-ac54-75c6f741d683" providerId="ADAL" clId="{E6AFD2F6-340B-4F5E-88D8-0BCD0CADE410}" dt="2026-01-03T15:56:17.305" v="0"/>
          <ac:spMkLst>
            <pc:docMk/>
            <pc:sldMk cId="3321409180" sldId="258"/>
            <ac:spMk id="2" creationId="{2C5B1EAC-4FFC-D5E9-9B56-6D03E4A34DA0}"/>
          </ac:spMkLst>
        </pc:spChg>
        <pc:spChg chg="mod">
          <ac:chgData name="Jason Powell" userId="67fc0dff-6db8-4f1b-ac54-75c6f741d683" providerId="ADAL" clId="{E6AFD2F6-340B-4F5E-88D8-0BCD0CADE410}" dt="2026-01-03T16:12:27.848" v="235" actId="20577"/>
          <ac:spMkLst>
            <pc:docMk/>
            <pc:sldMk cId="3321409180" sldId="258"/>
            <ac:spMk id="3" creationId="{E7581A12-1965-1777-8867-C6B2AA77C638}"/>
          </ac:spMkLst>
        </pc:spChg>
      </pc:sldChg>
      <pc:sldChg chg="modSp">
        <pc:chgData name="Jason Powell" userId="67fc0dff-6db8-4f1b-ac54-75c6f741d683" providerId="ADAL" clId="{E6AFD2F6-340B-4F5E-88D8-0BCD0CADE410}" dt="2026-01-03T15:56:17.305" v="0"/>
        <pc:sldMkLst>
          <pc:docMk/>
          <pc:sldMk cId="1420606479" sldId="259"/>
        </pc:sldMkLst>
        <pc:spChg chg="mod">
          <ac:chgData name="Jason Powell" userId="67fc0dff-6db8-4f1b-ac54-75c6f741d683" providerId="ADAL" clId="{E6AFD2F6-340B-4F5E-88D8-0BCD0CADE410}" dt="2026-01-03T15:56:17.305" v="0"/>
          <ac:spMkLst>
            <pc:docMk/>
            <pc:sldMk cId="1420606479" sldId="259"/>
            <ac:spMk id="2" creationId="{8EC9D2C0-54D5-36B5-3FB5-A512B738B010}"/>
          </ac:spMkLst>
        </pc:spChg>
        <pc:picChg chg="mod">
          <ac:chgData name="Jason Powell" userId="67fc0dff-6db8-4f1b-ac54-75c6f741d683" providerId="ADAL" clId="{E6AFD2F6-340B-4F5E-88D8-0BCD0CADE410}" dt="2026-01-03T15:56:17.305" v="0"/>
          <ac:picMkLst>
            <pc:docMk/>
            <pc:sldMk cId="1420606479" sldId="259"/>
            <ac:picMk id="5" creationId="{E1842C1D-9751-7706-16FD-F4A2EFB60B6E}"/>
          </ac:picMkLst>
        </pc:picChg>
      </pc:sldChg>
      <pc:sldChg chg="modSp">
        <pc:chgData name="Jason Powell" userId="67fc0dff-6db8-4f1b-ac54-75c6f741d683" providerId="ADAL" clId="{E6AFD2F6-340B-4F5E-88D8-0BCD0CADE410}" dt="2026-01-03T15:56:17.305" v="0"/>
        <pc:sldMkLst>
          <pc:docMk/>
          <pc:sldMk cId="2867746811" sldId="260"/>
        </pc:sldMkLst>
        <pc:spChg chg="mod">
          <ac:chgData name="Jason Powell" userId="67fc0dff-6db8-4f1b-ac54-75c6f741d683" providerId="ADAL" clId="{E6AFD2F6-340B-4F5E-88D8-0BCD0CADE410}" dt="2026-01-03T15:56:17.305" v="0"/>
          <ac:spMkLst>
            <pc:docMk/>
            <pc:sldMk cId="2867746811" sldId="260"/>
            <ac:spMk id="2" creationId="{4149ED2D-1829-031F-96FE-CE043883F46C}"/>
          </ac:spMkLst>
        </pc:spChg>
        <pc:spChg chg="mod">
          <ac:chgData name="Jason Powell" userId="67fc0dff-6db8-4f1b-ac54-75c6f741d683" providerId="ADAL" clId="{E6AFD2F6-340B-4F5E-88D8-0BCD0CADE410}" dt="2026-01-03T15:56:17.305" v="0"/>
          <ac:spMkLst>
            <pc:docMk/>
            <pc:sldMk cId="2867746811" sldId="260"/>
            <ac:spMk id="3" creationId="{1E754CAE-1D64-A586-1C8D-4E73DA1B8A59}"/>
          </ac:spMkLst>
        </pc:spChg>
      </pc:sldChg>
      <pc:sldChg chg="modSp mod">
        <pc:chgData name="Jason Powell" userId="67fc0dff-6db8-4f1b-ac54-75c6f741d683" providerId="ADAL" clId="{E6AFD2F6-340B-4F5E-88D8-0BCD0CADE410}" dt="2026-01-03T16:13:12.089" v="237" actId="20577"/>
        <pc:sldMkLst>
          <pc:docMk/>
          <pc:sldMk cId="1009728915" sldId="261"/>
        </pc:sldMkLst>
        <pc:spChg chg="mod">
          <ac:chgData name="Jason Powell" userId="67fc0dff-6db8-4f1b-ac54-75c6f741d683" providerId="ADAL" clId="{E6AFD2F6-340B-4F5E-88D8-0BCD0CADE410}" dt="2026-01-03T15:56:17.305" v="0"/>
          <ac:spMkLst>
            <pc:docMk/>
            <pc:sldMk cId="1009728915" sldId="261"/>
            <ac:spMk id="2" creationId="{581F27A0-6DC4-66FD-8FA3-A9AB41064279}"/>
          </ac:spMkLst>
        </pc:spChg>
        <pc:spChg chg="mod">
          <ac:chgData name="Jason Powell" userId="67fc0dff-6db8-4f1b-ac54-75c6f741d683" providerId="ADAL" clId="{E6AFD2F6-340B-4F5E-88D8-0BCD0CADE410}" dt="2026-01-03T16:13:12.089" v="237" actId="20577"/>
          <ac:spMkLst>
            <pc:docMk/>
            <pc:sldMk cId="1009728915" sldId="261"/>
            <ac:spMk id="3" creationId="{1CF730DD-6C38-9428-284F-B7207F5F6C1D}"/>
          </ac:spMkLst>
        </pc:spChg>
      </pc:sldChg>
      <pc:sldChg chg="modSp">
        <pc:chgData name="Jason Powell" userId="67fc0dff-6db8-4f1b-ac54-75c6f741d683" providerId="ADAL" clId="{E6AFD2F6-340B-4F5E-88D8-0BCD0CADE410}" dt="2026-01-03T15:56:17.305" v="0"/>
        <pc:sldMkLst>
          <pc:docMk/>
          <pc:sldMk cId="4122708662" sldId="262"/>
        </pc:sldMkLst>
        <pc:spChg chg="mod">
          <ac:chgData name="Jason Powell" userId="67fc0dff-6db8-4f1b-ac54-75c6f741d683" providerId="ADAL" clId="{E6AFD2F6-340B-4F5E-88D8-0BCD0CADE410}" dt="2026-01-03T15:56:17.305" v="0"/>
          <ac:spMkLst>
            <pc:docMk/>
            <pc:sldMk cId="4122708662" sldId="262"/>
            <ac:spMk id="2" creationId="{DC39BCE0-B864-42B5-B75E-32A359FE8A34}"/>
          </ac:spMkLst>
        </pc:spChg>
        <pc:spChg chg="mod">
          <ac:chgData name="Jason Powell" userId="67fc0dff-6db8-4f1b-ac54-75c6f741d683" providerId="ADAL" clId="{E6AFD2F6-340B-4F5E-88D8-0BCD0CADE410}" dt="2026-01-03T15:56:17.305" v="0"/>
          <ac:spMkLst>
            <pc:docMk/>
            <pc:sldMk cId="4122708662" sldId="262"/>
            <ac:spMk id="3" creationId="{00BCD1A9-130C-BD09-996F-B9FC98210272}"/>
          </ac:spMkLst>
        </pc:spChg>
      </pc:sldChg>
      <pc:sldChg chg="modSp mod">
        <pc:chgData name="Jason Powell" userId="67fc0dff-6db8-4f1b-ac54-75c6f741d683" providerId="ADAL" clId="{E6AFD2F6-340B-4F5E-88D8-0BCD0CADE410}" dt="2026-01-03T15:59:24.785" v="3" actId="20577"/>
        <pc:sldMkLst>
          <pc:docMk/>
          <pc:sldMk cId="2592131132" sldId="263"/>
        </pc:sldMkLst>
        <pc:spChg chg="mod">
          <ac:chgData name="Jason Powell" userId="67fc0dff-6db8-4f1b-ac54-75c6f741d683" providerId="ADAL" clId="{E6AFD2F6-340B-4F5E-88D8-0BCD0CADE410}" dt="2026-01-03T15:56:17.305" v="0"/>
          <ac:spMkLst>
            <pc:docMk/>
            <pc:sldMk cId="2592131132" sldId="263"/>
            <ac:spMk id="2" creationId="{B797022F-6FC8-DBA3-915C-9B02D53E9BFE}"/>
          </ac:spMkLst>
        </pc:spChg>
        <pc:spChg chg="mod">
          <ac:chgData name="Jason Powell" userId="67fc0dff-6db8-4f1b-ac54-75c6f741d683" providerId="ADAL" clId="{E6AFD2F6-340B-4F5E-88D8-0BCD0CADE410}" dt="2026-01-03T15:59:24.785" v="3" actId="20577"/>
          <ac:spMkLst>
            <pc:docMk/>
            <pc:sldMk cId="2592131132" sldId="263"/>
            <ac:spMk id="3" creationId="{050E9A9A-9D65-E96D-CE6A-EC03AD9737C8}"/>
          </ac:spMkLst>
        </pc:spChg>
      </pc:sldChg>
      <pc:sldChg chg="modSp">
        <pc:chgData name="Jason Powell" userId="67fc0dff-6db8-4f1b-ac54-75c6f741d683" providerId="ADAL" clId="{E6AFD2F6-340B-4F5E-88D8-0BCD0CADE410}" dt="2026-01-03T15:56:17.305" v="0"/>
        <pc:sldMkLst>
          <pc:docMk/>
          <pc:sldMk cId="1347064890" sldId="264"/>
        </pc:sldMkLst>
        <pc:spChg chg="mod">
          <ac:chgData name="Jason Powell" userId="67fc0dff-6db8-4f1b-ac54-75c6f741d683" providerId="ADAL" clId="{E6AFD2F6-340B-4F5E-88D8-0BCD0CADE410}" dt="2026-01-03T15:56:17.305" v="0"/>
          <ac:spMkLst>
            <pc:docMk/>
            <pc:sldMk cId="1347064890" sldId="264"/>
            <ac:spMk id="2" creationId="{DBC56754-314C-BCF0-BA7F-B291F0D1D7D2}"/>
          </ac:spMkLst>
        </pc:spChg>
        <pc:spChg chg="mod">
          <ac:chgData name="Jason Powell" userId="67fc0dff-6db8-4f1b-ac54-75c6f741d683" providerId="ADAL" clId="{E6AFD2F6-340B-4F5E-88D8-0BCD0CADE410}" dt="2026-01-03T15:56:17.305" v="0"/>
          <ac:spMkLst>
            <pc:docMk/>
            <pc:sldMk cId="1347064890" sldId="264"/>
            <ac:spMk id="3" creationId="{F93A233F-3D57-FEB1-417F-DA2FEE513188}"/>
          </ac:spMkLst>
        </pc:spChg>
      </pc:sldChg>
      <pc:sldChg chg="modSp">
        <pc:chgData name="Jason Powell" userId="67fc0dff-6db8-4f1b-ac54-75c6f741d683" providerId="ADAL" clId="{E6AFD2F6-340B-4F5E-88D8-0BCD0CADE410}" dt="2026-01-03T15:56:17.305" v="0"/>
        <pc:sldMkLst>
          <pc:docMk/>
          <pc:sldMk cId="109157475" sldId="291"/>
        </pc:sldMkLst>
        <pc:spChg chg="mod">
          <ac:chgData name="Jason Powell" userId="67fc0dff-6db8-4f1b-ac54-75c6f741d683" providerId="ADAL" clId="{E6AFD2F6-340B-4F5E-88D8-0BCD0CADE410}" dt="2026-01-03T15:56:17.305" v="0"/>
          <ac:spMkLst>
            <pc:docMk/>
            <pc:sldMk cId="109157475" sldId="291"/>
            <ac:spMk id="2" creationId="{D6062BF2-9E45-EFBA-6E2F-96FE41CD3847}"/>
          </ac:spMkLst>
        </pc:spChg>
        <pc:spChg chg="mod">
          <ac:chgData name="Jason Powell" userId="67fc0dff-6db8-4f1b-ac54-75c6f741d683" providerId="ADAL" clId="{E6AFD2F6-340B-4F5E-88D8-0BCD0CADE410}" dt="2026-01-03T15:56:17.305" v="0"/>
          <ac:spMkLst>
            <pc:docMk/>
            <pc:sldMk cId="109157475" sldId="291"/>
            <ac:spMk id="3" creationId="{FE79FCDE-E286-E1D0-3E00-90CFB5732036}"/>
          </ac:spMkLst>
        </pc:spChg>
      </pc:sldChg>
      <pc:sldChg chg="addSp modSp mod">
        <pc:chgData name="Jason Powell" userId="67fc0dff-6db8-4f1b-ac54-75c6f741d683" providerId="ADAL" clId="{E6AFD2F6-340B-4F5E-88D8-0BCD0CADE410}" dt="2026-01-03T16:10:42.198" v="219" actId="255"/>
        <pc:sldMkLst>
          <pc:docMk/>
          <pc:sldMk cId="1326366044" sldId="303"/>
        </pc:sldMkLst>
        <pc:spChg chg="mod">
          <ac:chgData name="Jason Powell" userId="67fc0dff-6db8-4f1b-ac54-75c6f741d683" providerId="ADAL" clId="{E6AFD2F6-340B-4F5E-88D8-0BCD0CADE410}" dt="2026-01-03T16:03:14.472" v="21" actId="20577"/>
          <ac:spMkLst>
            <pc:docMk/>
            <pc:sldMk cId="1326366044" sldId="303"/>
            <ac:spMk id="2" creationId="{8D339B7A-79D1-CDEB-25F2-2E2C7E8EA819}"/>
          </ac:spMkLst>
        </pc:spChg>
        <pc:spChg chg="mod">
          <ac:chgData name="Jason Powell" userId="67fc0dff-6db8-4f1b-ac54-75c6f741d683" providerId="ADAL" clId="{E6AFD2F6-340B-4F5E-88D8-0BCD0CADE410}" dt="2026-01-03T16:08:31.171" v="97" actId="14100"/>
          <ac:spMkLst>
            <pc:docMk/>
            <pc:sldMk cId="1326366044" sldId="303"/>
            <ac:spMk id="3" creationId="{A0DFF57B-B7F2-A14E-503A-F29E57828D03}"/>
          </ac:spMkLst>
        </pc:spChg>
        <pc:spChg chg="mod">
          <ac:chgData name="Jason Powell" userId="67fc0dff-6db8-4f1b-ac54-75c6f741d683" providerId="ADAL" clId="{E6AFD2F6-340B-4F5E-88D8-0BCD0CADE410}" dt="2026-01-03T16:08:34.174" v="98" actId="14100"/>
          <ac:spMkLst>
            <pc:docMk/>
            <pc:sldMk cId="1326366044" sldId="303"/>
            <ac:spMk id="4" creationId="{988D7124-A768-C9C4-0A69-5363E00FD0CD}"/>
          </ac:spMkLst>
        </pc:spChg>
        <pc:spChg chg="add mod">
          <ac:chgData name="Jason Powell" userId="67fc0dff-6db8-4f1b-ac54-75c6f741d683" providerId="ADAL" clId="{E6AFD2F6-340B-4F5E-88D8-0BCD0CADE410}" dt="2026-01-03T16:04:04.465" v="40" actId="20577"/>
          <ac:spMkLst>
            <pc:docMk/>
            <pc:sldMk cId="1326366044" sldId="303"/>
            <ac:spMk id="5" creationId="{78869CC7-9BE4-9EFD-2395-1109FC245A30}"/>
          </ac:spMkLst>
        </pc:spChg>
        <pc:spChg chg="add mod">
          <ac:chgData name="Jason Powell" userId="67fc0dff-6db8-4f1b-ac54-75c6f741d683" providerId="ADAL" clId="{E6AFD2F6-340B-4F5E-88D8-0BCD0CADE410}" dt="2026-01-03T16:10:42.198" v="219" actId="255"/>
          <ac:spMkLst>
            <pc:docMk/>
            <pc:sldMk cId="1326366044" sldId="303"/>
            <ac:spMk id="6" creationId="{B6048170-295C-90DA-ACCD-14B3A67090D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4C778-3C16-420A-96C5-2DEA5B992B9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02188-46BD-420A-95F8-7F37B0909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756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4C778-3C16-420A-96C5-2DEA5B992B9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02188-46BD-420A-95F8-7F37B0909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718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4C778-3C16-420A-96C5-2DEA5B992B9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02188-46BD-420A-95F8-7F37B0909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495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4C778-3C16-420A-96C5-2DEA5B992B9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02188-46BD-420A-95F8-7F37B0909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74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4C778-3C16-420A-96C5-2DEA5B992B9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02188-46BD-420A-95F8-7F37B0909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604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4C778-3C16-420A-96C5-2DEA5B992B9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02188-46BD-420A-95F8-7F37B0909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839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4C778-3C16-420A-96C5-2DEA5B992B9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02188-46BD-420A-95F8-7F37B0909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321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4C778-3C16-420A-96C5-2DEA5B992B9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02188-46BD-420A-95F8-7F37B0909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514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4C778-3C16-420A-96C5-2DEA5B992B9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02188-46BD-420A-95F8-7F37B0909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204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4C778-3C16-420A-96C5-2DEA5B992B9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02188-46BD-420A-95F8-7F37B0909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104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4C778-3C16-420A-96C5-2DEA5B992B9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02188-46BD-420A-95F8-7F37B0909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917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4C778-3C16-420A-96C5-2DEA5B992B9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102188-46BD-420A-95F8-7F37B0909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5404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39B7A-79D1-CDEB-25F2-2E2C7E8EA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FF57B-B7F2-A14E-503A-F29E57828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809593"/>
            <a:ext cx="5181600" cy="3367369"/>
          </a:xfrm>
        </p:spPr>
        <p:txBody>
          <a:bodyPr>
            <a:normAutofit/>
          </a:bodyPr>
          <a:lstStyle/>
          <a:p>
            <a:r>
              <a:rPr lang="en-US" sz="2400" dirty="0"/>
              <a:t>Information</a:t>
            </a:r>
          </a:p>
          <a:p>
            <a:r>
              <a:rPr lang="en-US" sz="2400" dirty="0"/>
              <a:t>Guaranteed Access</a:t>
            </a:r>
          </a:p>
          <a:p>
            <a:r>
              <a:rPr lang="en-US" sz="2400" dirty="0"/>
              <a:t>Systematic Treatment of Null Values</a:t>
            </a:r>
          </a:p>
          <a:p>
            <a:r>
              <a:rPr lang="en-US" sz="2400" dirty="0"/>
              <a:t>Dynamic Online Catalog</a:t>
            </a:r>
          </a:p>
          <a:p>
            <a:r>
              <a:rPr lang="en-US" sz="2400" dirty="0"/>
              <a:t>Comprehensive Data Sublanguage</a:t>
            </a:r>
          </a:p>
          <a:p>
            <a:r>
              <a:rPr lang="en-US" sz="2400" dirty="0"/>
              <a:t>View Updating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8D7124-A768-C9C4-0A69-5363E00FD0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09593"/>
            <a:ext cx="5181600" cy="3367370"/>
          </a:xfrm>
        </p:spPr>
        <p:txBody>
          <a:bodyPr>
            <a:normAutofit/>
          </a:bodyPr>
          <a:lstStyle/>
          <a:p>
            <a:r>
              <a:rPr lang="en-US" sz="2400" dirty="0"/>
              <a:t>High-Level Insert, Update, and Delete</a:t>
            </a:r>
          </a:p>
          <a:p>
            <a:r>
              <a:rPr lang="en-US" sz="2400" dirty="0"/>
              <a:t>Physical Data Independence</a:t>
            </a:r>
          </a:p>
          <a:p>
            <a:r>
              <a:rPr lang="en-US" sz="2400" dirty="0"/>
              <a:t>Logical Data Independence</a:t>
            </a:r>
          </a:p>
          <a:p>
            <a:r>
              <a:rPr lang="en-US" sz="2400" dirty="0"/>
              <a:t>Integrity Independence</a:t>
            </a:r>
          </a:p>
          <a:p>
            <a:r>
              <a:rPr lang="en-US" sz="2400" dirty="0"/>
              <a:t>Distribution Independence</a:t>
            </a:r>
          </a:p>
          <a:p>
            <a:r>
              <a:rPr lang="en-US" sz="2400" dirty="0"/>
              <a:t>Non-Subversion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8869CC7-9BE4-9EFD-2395-1109FC245A30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559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Codd’s 12 Relational Database Rules (</a:t>
            </a:r>
            <a:r>
              <a:rPr lang="en-US" sz="2400" i="1" dirty="0"/>
              <a:t>See Table 13.8 in Section 3.9)</a:t>
            </a: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6048170-295C-90DA-ACCD-14B3A67090DF}"/>
              </a:ext>
            </a:extLst>
          </p:cNvPr>
          <p:cNvSpPr txBox="1">
            <a:spLocks/>
          </p:cNvSpPr>
          <p:nvPr/>
        </p:nvSpPr>
        <p:spPr>
          <a:xfrm>
            <a:off x="838200" y="2250141"/>
            <a:ext cx="10515600" cy="5594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Foundation: A system must manage DBs entirely through its relational capabilities.</a:t>
            </a:r>
          </a:p>
        </p:txBody>
      </p:sp>
    </p:spTree>
    <p:extLst>
      <p:ext uri="{BB962C8B-B14F-4D97-AF65-F5344CB8AC3E}">
        <p14:creationId xmlns:p14="http://schemas.microsoft.com/office/powerpoint/2010/main" val="13263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9F8A-F7C2-FD9E-D6A7-F3DE7A934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vs.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507A5-EF27-B09A-B6DD-FF1EDBA8B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– raw facts; not yet processed</a:t>
            </a:r>
          </a:p>
          <a:p>
            <a:pPr lvl="1"/>
            <a:r>
              <a:rPr lang="en-US" dirty="0"/>
              <a:t>Building blocks of information</a:t>
            </a:r>
          </a:p>
          <a:p>
            <a:pPr lvl="1"/>
            <a:r>
              <a:rPr lang="en-US" dirty="0"/>
              <a:t>Need to be formatted for storage, processing, and presentation</a:t>
            </a:r>
          </a:p>
          <a:p>
            <a:r>
              <a:rPr lang="en-US" dirty="0"/>
              <a:t>Information – processed data to reveal it’s meaning</a:t>
            </a:r>
          </a:p>
          <a:p>
            <a:pPr lvl="1"/>
            <a:r>
              <a:rPr lang="en-US" dirty="0"/>
              <a:t>Produced by processing data</a:t>
            </a:r>
          </a:p>
          <a:p>
            <a:pPr lvl="1"/>
            <a:r>
              <a:rPr lang="en-US" dirty="0"/>
              <a:t>From organization to data analysis</a:t>
            </a:r>
          </a:p>
          <a:p>
            <a:pPr lvl="1"/>
            <a:r>
              <a:rPr lang="en-US" dirty="0"/>
              <a:t>Requires context</a:t>
            </a:r>
          </a:p>
          <a:p>
            <a:pPr lvl="1"/>
            <a:r>
              <a:rPr lang="en-US" u="sng" dirty="0"/>
              <a:t>Accurate</a:t>
            </a:r>
            <a:r>
              <a:rPr lang="en-US" dirty="0"/>
              <a:t>, </a:t>
            </a:r>
            <a:r>
              <a:rPr lang="en-US" u="sng" dirty="0"/>
              <a:t>relevant</a:t>
            </a:r>
            <a:r>
              <a:rPr lang="en-US" dirty="0"/>
              <a:t>, </a:t>
            </a:r>
            <a:r>
              <a:rPr lang="en-US" u="sng" dirty="0"/>
              <a:t>valid</a:t>
            </a:r>
            <a:r>
              <a:rPr lang="en-US" dirty="0"/>
              <a:t>, and </a:t>
            </a:r>
            <a:r>
              <a:rPr lang="en-US" u="sng" dirty="0"/>
              <a:t>timely</a:t>
            </a:r>
            <a:r>
              <a:rPr lang="en-US" dirty="0"/>
              <a:t> information is key to good decisions</a:t>
            </a:r>
          </a:p>
        </p:txBody>
      </p:sp>
    </p:spTree>
    <p:extLst>
      <p:ext uri="{BB962C8B-B14F-4D97-AF65-F5344CB8AC3E}">
        <p14:creationId xmlns:p14="http://schemas.microsoft.com/office/powerpoint/2010/main" val="1137992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B1EAC-4FFC-D5E9-9B56-6D03E4A34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81A12-1965-1777-8867-C6B2AA77C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management</a:t>
            </a:r>
          </a:p>
          <a:p>
            <a:pPr lvl="1"/>
            <a:r>
              <a:rPr lang="en-US" dirty="0"/>
              <a:t>Discipline focused on the proper generation, storage, and retrieval of data</a:t>
            </a:r>
          </a:p>
          <a:p>
            <a:r>
              <a:rPr lang="en-US" dirty="0"/>
              <a:t>Database – shared, integrated computer structure that stores:</a:t>
            </a:r>
          </a:p>
          <a:p>
            <a:pPr lvl="1"/>
            <a:r>
              <a:rPr lang="en-US" dirty="0"/>
              <a:t>End-user data – raw facts of interest to the user</a:t>
            </a:r>
          </a:p>
          <a:p>
            <a:pPr lvl="1"/>
            <a:r>
              <a:rPr lang="en-US" dirty="0"/>
              <a:t>Metadata – data about data used to integrate and manage end-user data</a:t>
            </a:r>
          </a:p>
          <a:p>
            <a:pPr lvl="2"/>
            <a:r>
              <a:rPr lang="en-US" dirty="0"/>
              <a:t>Describes data characteristics and the set of relationships</a:t>
            </a:r>
          </a:p>
          <a:p>
            <a:pPr lvl="2"/>
            <a:r>
              <a:rPr lang="en-US" dirty="0"/>
              <a:t>Examples: data name, data type, data constraints</a:t>
            </a:r>
          </a:p>
          <a:p>
            <a:r>
              <a:rPr lang="en-US" dirty="0"/>
              <a:t>DBMS – Database Management System</a:t>
            </a:r>
          </a:p>
          <a:p>
            <a:pPr lvl="1"/>
            <a:r>
              <a:rPr lang="en-US" dirty="0"/>
              <a:t>Collections of programs to manage the database structure and access</a:t>
            </a:r>
          </a:p>
        </p:txBody>
      </p:sp>
    </p:spTree>
    <p:extLst>
      <p:ext uri="{BB962C8B-B14F-4D97-AF65-F5344CB8AC3E}">
        <p14:creationId xmlns:p14="http://schemas.microsoft.com/office/powerpoint/2010/main" val="3321409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9D2C0-54D5-36B5-3FB5-A512B738B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DBMS Role</a:t>
            </a:r>
          </a:p>
        </p:txBody>
      </p:sp>
      <p:pic>
        <p:nvPicPr>
          <p:cNvPr id="5" name="Content Placeholder 4" descr="A diagram of a computer system&#10;&#10;Description automatically generated">
            <a:extLst>
              <a:ext uri="{FF2B5EF4-FFF2-40B4-BE49-F238E27FC236}">
                <a16:creationId xmlns:a16="http://schemas.microsoft.com/office/drawing/2014/main" id="{E1842C1D-9751-7706-16FD-F4A2EFB60B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839119"/>
            <a:ext cx="9753600" cy="4324350"/>
          </a:xfrm>
        </p:spPr>
      </p:pic>
    </p:spTree>
    <p:extLst>
      <p:ext uri="{BB962C8B-B14F-4D97-AF65-F5344CB8AC3E}">
        <p14:creationId xmlns:p14="http://schemas.microsoft.com/office/powerpoint/2010/main" val="1420606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9ED2D-1829-031F-96FE-CE043883F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DBMS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54CAE-1D64-A586-1C8D-4E73DA1B8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Improved data sharing</a:t>
            </a:r>
          </a:p>
          <a:p>
            <a:r>
              <a:rPr lang="en-US" dirty="0"/>
              <a:t>Improved data security</a:t>
            </a:r>
          </a:p>
          <a:p>
            <a:r>
              <a:rPr lang="en-US" dirty="0"/>
              <a:t>Better data integration</a:t>
            </a:r>
          </a:p>
          <a:p>
            <a:r>
              <a:rPr lang="en-US" dirty="0"/>
              <a:t>Minimized data inconsistency</a:t>
            </a:r>
          </a:p>
          <a:p>
            <a:r>
              <a:rPr lang="en-US" dirty="0"/>
              <a:t>Improved data access</a:t>
            </a:r>
          </a:p>
          <a:p>
            <a:r>
              <a:rPr lang="en-US" dirty="0"/>
              <a:t>Improved decision making</a:t>
            </a:r>
          </a:p>
          <a:p>
            <a:r>
              <a:rPr lang="en-US" dirty="0"/>
              <a:t>Increased end-user productivity</a:t>
            </a:r>
          </a:p>
        </p:txBody>
      </p:sp>
    </p:spTree>
    <p:extLst>
      <p:ext uri="{BB962C8B-B14F-4D97-AF65-F5344CB8AC3E}">
        <p14:creationId xmlns:p14="http://schemas.microsoft.com/office/powerpoint/2010/main" val="2867746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F27A0-6DC4-66FD-8FA3-A9AB41064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730DD-6C38-9428-284F-B7207F5F6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Inconsistency – different versions of the same data exists in different places and yield different (inconsistent) results</a:t>
            </a:r>
          </a:p>
          <a:p>
            <a:r>
              <a:rPr lang="en-US" dirty="0"/>
              <a:t>Data quality – comprehensive approach to ensuring the </a:t>
            </a:r>
            <a:r>
              <a:rPr lang="en-US" u="sng" dirty="0"/>
              <a:t>accuracy</a:t>
            </a:r>
            <a:r>
              <a:rPr lang="en-US" dirty="0"/>
              <a:t>, </a:t>
            </a:r>
            <a:r>
              <a:rPr lang="en-US" u="sng" dirty="0"/>
              <a:t>validity</a:t>
            </a:r>
            <a:r>
              <a:rPr lang="en-US" dirty="0"/>
              <a:t>, and </a:t>
            </a:r>
            <a:r>
              <a:rPr lang="en-US" u="sng" dirty="0"/>
              <a:t>timeliness</a:t>
            </a:r>
            <a:r>
              <a:rPr lang="en-US" dirty="0"/>
              <a:t> of data</a:t>
            </a:r>
          </a:p>
          <a:p>
            <a:r>
              <a:rPr lang="en-US" dirty="0"/>
              <a:t>Data integrity – data in the DB complies with all entity and referential integrity constraints (important concept this semester)</a:t>
            </a:r>
          </a:p>
          <a:p>
            <a:r>
              <a:rPr lang="en-US" dirty="0"/>
              <a:t>Query – question or task for the DB (in SQL Code)</a:t>
            </a:r>
          </a:p>
          <a:p>
            <a:pPr lvl="1"/>
            <a:r>
              <a:rPr lang="en-US" dirty="0"/>
              <a:t>A specific request for data retrieval or manipulation</a:t>
            </a:r>
          </a:p>
          <a:p>
            <a:r>
              <a:rPr lang="en-US" dirty="0"/>
              <a:t>Ad hoc query – spur-of-the-moment query</a:t>
            </a:r>
          </a:p>
        </p:txBody>
      </p:sp>
    </p:spTree>
    <p:extLst>
      <p:ext uri="{BB962C8B-B14F-4D97-AF65-F5344CB8AC3E}">
        <p14:creationId xmlns:p14="http://schemas.microsoft.com/office/powerpoint/2010/main" val="1009728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62BF2-9E45-EFBA-6E2F-96FE41CD3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9FCDE-E286-E1D0-3E00-90CFB5732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dictionary (Section 3.5)</a:t>
            </a:r>
          </a:p>
          <a:p>
            <a:pPr lvl="1"/>
            <a:r>
              <a:rPr lang="en-US" dirty="0"/>
              <a:t>Stores metadata including data definition, characteristics, and relationships</a:t>
            </a:r>
          </a:p>
          <a:p>
            <a:pPr lvl="1"/>
            <a:r>
              <a:rPr lang="en-US" dirty="0"/>
              <a:t>May include information about data external to the database</a:t>
            </a:r>
          </a:p>
          <a:p>
            <a:r>
              <a:rPr lang="en-US" dirty="0"/>
              <a:t>System catalog (Section 3.5)</a:t>
            </a:r>
          </a:p>
          <a:p>
            <a:pPr lvl="1"/>
            <a:r>
              <a:rPr lang="en-US" dirty="0"/>
              <a:t>Detailed system data dictionary that describes all objects of the database</a:t>
            </a:r>
          </a:p>
        </p:txBody>
      </p:sp>
    </p:spTree>
    <p:extLst>
      <p:ext uri="{BB962C8B-B14F-4D97-AF65-F5344CB8AC3E}">
        <p14:creationId xmlns:p14="http://schemas.microsoft.com/office/powerpoint/2010/main" val="109157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9BCE0-B864-42B5-B75E-32A359FE8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DBMS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CD1A9-130C-BD09-996F-B9FC98210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 dictionary management</a:t>
            </a:r>
          </a:p>
          <a:p>
            <a:r>
              <a:rPr lang="en-US" dirty="0"/>
              <a:t>Data storage management</a:t>
            </a:r>
          </a:p>
          <a:p>
            <a:r>
              <a:rPr lang="en-US" dirty="0"/>
              <a:t>Data transformation and presentation</a:t>
            </a:r>
          </a:p>
          <a:p>
            <a:r>
              <a:rPr lang="en-US" dirty="0"/>
              <a:t>Security management</a:t>
            </a:r>
          </a:p>
          <a:p>
            <a:r>
              <a:rPr lang="en-US" dirty="0"/>
              <a:t>Multiuser access control</a:t>
            </a:r>
          </a:p>
          <a:p>
            <a:r>
              <a:rPr lang="en-US" dirty="0"/>
              <a:t>Backup and recovery management</a:t>
            </a:r>
          </a:p>
          <a:p>
            <a:r>
              <a:rPr lang="en-US" dirty="0"/>
              <a:t>Data integrity management</a:t>
            </a:r>
          </a:p>
          <a:p>
            <a:r>
              <a:rPr lang="en-US" dirty="0"/>
              <a:t>Database access languages and application development interfaces</a:t>
            </a:r>
          </a:p>
          <a:p>
            <a:r>
              <a:rPr lang="en-US" dirty="0"/>
              <a:t>Database communication interfaces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708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7022F-6FC8-DBA3-915C-9B02D53E9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Just Use Files?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E9A9A-9D65-E96D-CE6A-EC03AD973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Structural dependence</a:t>
            </a:r>
          </a:p>
          <a:p>
            <a:pPr lvl="1"/>
            <a:r>
              <a:rPr lang="en-US" dirty="0"/>
              <a:t>Dependence – access to data is dependent on its structure</a:t>
            </a:r>
          </a:p>
          <a:p>
            <a:pPr lvl="1"/>
            <a:r>
              <a:rPr lang="en-US" dirty="0"/>
              <a:t>Independence – changes in the schema (structure) doesn’t affect data access</a:t>
            </a:r>
          </a:p>
          <a:p>
            <a:r>
              <a:rPr lang="en-US" dirty="0"/>
              <a:t>Data dependence</a:t>
            </a:r>
          </a:p>
          <a:p>
            <a:pPr lvl="1"/>
            <a:r>
              <a:rPr lang="en-US" dirty="0"/>
              <a:t>Physical data </a:t>
            </a:r>
            <a:r>
              <a:rPr lang="en-US"/>
              <a:t>format – how </a:t>
            </a:r>
            <a:r>
              <a:rPr lang="en-US" dirty="0"/>
              <a:t>the computer organizes and stores the data</a:t>
            </a:r>
          </a:p>
          <a:p>
            <a:pPr lvl="1"/>
            <a:r>
              <a:rPr lang="en-US" dirty="0"/>
              <a:t>Logical data format – how we view the data</a:t>
            </a:r>
          </a:p>
          <a:p>
            <a:pPr lvl="1"/>
            <a:r>
              <a:rPr lang="en-US" dirty="0"/>
              <a:t>Dependence – data representation and manipulation are dependent on physical data storage characteristics</a:t>
            </a:r>
          </a:p>
          <a:p>
            <a:pPr lvl="1"/>
            <a:r>
              <a:rPr lang="en-US" dirty="0"/>
              <a:t>Independence – changes in the physical data storage does not affect representation and manipulation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131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56754-314C-BCF0-BA7F-B291F0D1D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Redundancy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A233F-3D57-FEB1-417F-DA2FEE513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Same data stored unnecessarily at different places</a:t>
            </a:r>
          </a:p>
          <a:p>
            <a:r>
              <a:rPr lang="en-US" dirty="0"/>
              <a:t>Uncontrolled data redundancy may lead to</a:t>
            </a:r>
          </a:p>
          <a:p>
            <a:pPr lvl="1"/>
            <a:r>
              <a:rPr lang="en-US" dirty="0"/>
              <a:t>Poor data security</a:t>
            </a:r>
          </a:p>
          <a:p>
            <a:pPr lvl="1"/>
            <a:r>
              <a:rPr lang="en-US" dirty="0"/>
              <a:t>Data inconsistency</a:t>
            </a:r>
          </a:p>
          <a:p>
            <a:pPr lvl="1"/>
            <a:r>
              <a:rPr lang="en-US" dirty="0"/>
              <a:t>Data entry errors</a:t>
            </a:r>
          </a:p>
          <a:p>
            <a:pPr lvl="1"/>
            <a:r>
              <a:rPr lang="en-US" dirty="0"/>
              <a:t>Data integrity problems</a:t>
            </a:r>
          </a:p>
          <a:p>
            <a:pPr lvl="1"/>
            <a:r>
              <a:rPr lang="en-US" dirty="0"/>
              <a:t>Data anomalies – not all changes in redundant data are made successfully</a:t>
            </a:r>
          </a:p>
          <a:p>
            <a:pPr lvl="2"/>
            <a:r>
              <a:rPr lang="en-US" dirty="0"/>
              <a:t>Update – change in existing redundant data is not consistent</a:t>
            </a:r>
          </a:p>
          <a:p>
            <a:pPr lvl="2"/>
            <a:r>
              <a:rPr lang="en-US" dirty="0"/>
              <a:t>Insertion – adding data into redundant locations is not consistent</a:t>
            </a:r>
          </a:p>
          <a:p>
            <a:pPr lvl="2"/>
            <a:r>
              <a:rPr lang="en-US" dirty="0"/>
              <a:t>Deletion – deleting existing redundant data is not consistent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064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682</TotalTime>
  <Words>540</Words>
  <Application>Microsoft Office PowerPoint</Application>
  <PresentationFormat>Widescreen</PresentationFormat>
  <Paragraphs>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2013 - 2022 Theme</vt:lpstr>
      <vt:lpstr>Database Systems</vt:lpstr>
      <vt:lpstr>Data vs. Information</vt:lpstr>
      <vt:lpstr>Databases</vt:lpstr>
      <vt:lpstr>DBMS Role</vt:lpstr>
      <vt:lpstr>DBMS Advantages</vt:lpstr>
      <vt:lpstr>Important Terminology</vt:lpstr>
      <vt:lpstr>Important Terminology</vt:lpstr>
      <vt:lpstr>DBMS Functions</vt:lpstr>
      <vt:lpstr>Why Not Just Use Files?</vt:lpstr>
      <vt:lpstr>Data Redundancy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</dc:title>
  <dc:creator>Jason Powell</dc:creator>
  <cp:lastModifiedBy>Jason Powell</cp:lastModifiedBy>
  <cp:revision>2</cp:revision>
  <dcterms:created xsi:type="dcterms:W3CDTF">2023-11-22T17:02:41Z</dcterms:created>
  <dcterms:modified xsi:type="dcterms:W3CDTF">2026-01-03T16:13:21Z</dcterms:modified>
</cp:coreProperties>
</file>