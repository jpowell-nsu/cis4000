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5" r:id="rId2"/>
    <p:sldId id="273" r:id="rId3"/>
    <p:sldId id="274" r:id="rId4"/>
    <p:sldId id="276" r:id="rId5"/>
    <p:sldId id="275" r:id="rId6"/>
    <p:sldId id="277" r:id="rId7"/>
    <p:sldId id="266" r:id="rId8"/>
    <p:sldId id="281" r:id="rId9"/>
    <p:sldId id="267" r:id="rId10"/>
    <p:sldId id="270" r:id="rId11"/>
    <p:sldId id="269" r:id="rId12"/>
    <p:sldId id="283" r:id="rId13"/>
    <p:sldId id="271" r:id="rId14"/>
    <p:sldId id="272" r:id="rId15"/>
    <p:sldId id="285" r:id="rId16"/>
    <p:sldId id="286" r:id="rId17"/>
    <p:sldId id="287" r:id="rId18"/>
    <p:sldId id="288" r:id="rId19"/>
    <p:sldId id="289" r:id="rId20"/>
    <p:sldId id="28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2D6140-ADB2-4386-80A8-7130BFC28C42}" v="16" dt="2026-01-03T16:46:53.7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3" autoAdjust="0"/>
    <p:restoredTop sz="94660"/>
  </p:normalViewPr>
  <p:slideViewPr>
    <p:cSldViewPr snapToGrid="0">
      <p:cViewPr varScale="1">
        <p:scale>
          <a:sx n="107" d="100"/>
          <a:sy n="107" d="100"/>
        </p:scale>
        <p:origin x="59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son Powell" userId="67fc0dff-6db8-4f1b-ac54-75c6f741d683" providerId="ADAL" clId="{E6AFD2F6-340B-4F5E-88D8-0BCD0CADE410}"/>
    <pc:docChg chg="undo redo custSel addSld delSld modSld">
      <pc:chgData name="Jason Powell" userId="67fc0dff-6db8-4f1b-ac54-75c6f741d683" providerId="ADAL" clId="{E6AFD2F6-340B-4F5E-88D8-0BCD0CADE410}" dt="2026-01-03T16:57:31.439" v="911" actId="47"/>
      <pc:docMkLst>
        <pc:docMk/>
      </pc:docMkLst>
      <pc:sldChg chg="modSp">
        <pc:chgData name="Jason Powell" userId="67fc0dff-6db8-4f1b-ac54-75c6f741d683" providerId="ADAL" clId="{E6AFD2F6-340B-4F5E-88D8-0BCD0CADE410}" dt="2026-01-03T16:01:04.800" v="0"/>
        <pc:sldMkLst>
          <pc:docMk/>
          <pc:sldMk cId="3009373972" sldId="265"/>
        </pc:sldMkLst>
        <pc:spChg chg="mod">
          <ac:chgData name="Jason Powell" userId="67fc0dff-6db8-4f1b-ac54-75c6f741d683" providerId="ADAL" clId="{E6AFD2F6-340B-4F5E-88D8-0BCD0CADE410}" dt="2026-01-03T16:01:04.800" v="0"/>
          <ac:spMkLst>
            <pc:docMk/>
            <pc:sldMk cId="3009373972" sldId="265"/>
            <ac:spMk id="2" creationId="{3585EFD5-C10E-E9CE-4056-F276F16B134F}"/>
          </ac:spMkLst>
        </pc:spChg>
        <pc:spChg chg="mod">
          <ac:chgData name="Jason Powell" userId="67fc0dff-6db8-4f1b-ac54-75c6f741d683" providerId="ADAL" clId="{E6AFD2F6-340B-4F5E-88D8-0BCD0CADE410}" dt="2026-01-03T16:01:04.800" v="0"/>
          <ac:spMkLst>
            <pc:docMk/>
            <pc:sldMk cId="3009373972" sldId="265"/>
            <ac:spMk id="3" creationId="{483B1630-E756-EE14-51C9-48B11963A6C6}"/>
          </ac:spMkLst>
        </pc:spChg>
      </pc:sldChg>
      <pc:sldChg chg="modSp">
        <pc:chgData name="Jason Powell" userId="67fc0dff-6db8-4f1b-ac54-75c6f741d683" providerId="ADAL" clId="{E6AFD2F6-340B-4F5E-88D8-0BCD0CADE410}" dt="2026-01-03T16:01:04.800" v="0"/>
        <pc:sldMkLst>
          <pc:docMk/>
          <pc:sldMk cId="3500349212" sldId="266"/>
        </pc:sldMkLst>
        <pc:spChg chg="mod">
          <ac:chgData name="Jason Powell" userId="67fc0dff-6db8-4f1b-ac54-75c6f741d683" providerId="ADAL" clId="{E6AFD2F6-340B-4F5E-88D8-0BCD0CADE410}" dt="2026-01-03T16:01:04.800" v="0"/>
          <ac:spMkLst>
            <pc:docMk/>
            <pc:sldMk cId="3500349212" sldId="266"/>
            <ac:spMk id="2" creationId="{DDFB2AC8-8CA9-DE8F-B273-D36E7E5ECC89}"/>
          </ac:spMkLst>
        </pc:spChg>
        <pc:spChg chg="mod">
          <ac:chgData name="Jason Powell" userId="67fc0dff-6db8-4f1b-ac54-75c6f741d683" providerId="ADAL" clId="{E6AFD2F6-340B-4F5E-88D8-0BCD0CADE410}" dt="2026-01-03T16:01:04.800" v="0"/>
          <ac:spMkLst>
            <pc:docMk/>
            <pc:sldMk cId="3500349212" sldId="266"/>
            <ac:spMk id="3" creationId="{04BA3423-D9A4-8D81-3054-56EB476AFC25}"/>
          </ac:spMkLst>
        </pc:spChg>
      </pc:sldChg>
      <pc:sldChg chg="modSp">
        <pc:chgData name="Jason Powell" userId="67fc0dff-6db8-4f1b-ac54-75c6f741d683" providerId="ADAL" clId="{E6AFD2F6-340B-4F5E-88D8-0BCD0CADE410}" dt="2026-01-03T16:01:04.800" v="0"/>
        <pc:sldMkLst>
          <pc:docMk/>
          <pc:sldMk cId="1100036477" sldId="267"/>
        </pc:sldMkLst>
        <pc:spChg chg="mod">
          <ac:chgData name="Jason Powell" userId="67fc0dff-6db8-4f1b-ac54-75c6f741d683" providerId="ADAL" clId="{E6AFD2F6-340B-4F5E-88D8-0BCD0CADE410}" dt="2026-01-03T16:01:04.800" v="0"/>
          <ac:spMkLst>
            <pc:docMk/>
            <pc:sldMk cId="1100036477" sldId="267"/>
            <ac:spMk id="2" creationId="{7E33CB7B-EBC9-7D7F-3E1A-2F106D493261}"/>
          </ac:spMkLst>
        </pc:spChg>
        <pc:spChg chg="mod">
          <ac:chgData name="Jason Powell" userId="67fc0dff-6db8-4f1b-ac54-75c6f741d683" providerId="ADAL" clId="{E6AFD2F6-340B-4F5E-88D8-0BCD0CADE410}" dt="2026-01-03T16:01:04.800" v="0"/>
          <ac:spMkLst>
            <pc:docMk/>
            <pc:sldMk cId="1100036477" sldId="267"/>
            <ac:spMk id="3" creationId="{CC5DC213-76B1-F2A8-89DC-579D76489BE0}"/>
          </ac:spMkLst>
        </pc:spChg>
      </pc:sldChg>
      <pc:sldChg chg="modSp del">
        <pc:chgData name="Jason Powell" userId="67fc0dff-6db8-4f1b-ac54-75c6f741d683" providerId="ADAL" clId="{E6AFD2F6-340B-4F5E-88D8-0BCD0CADE410}" dt="2026-01-03T16:14:41.528" v="2" actId="47"/>
        <pc:sldMkLst>
          <pc:docMk/>
          <pc:sldMk cId="2144176067" sldId="268"/>
        </pc:sldMkLst>
        <pc:spChg chg="mod">
          <ac:chgData name="Jason Powell" userId="67fc0dff-6db8-4f1b-ac54-75c6f741d683" providerId="ADAL" clId="{E6AFD2F6-340B-4F5E-88D8-0BCD0CADE410}" dt="2026-01-03T16:01:04.800" v="0"/>
          <ac:spMkLst>
            <pc:docMk/>
            <pc:sldMk cId="2144176067" sldId="268"/>
            <ac:spMk id="4" creationId="{33FF555D-6326-939D-2C39-8B22AD2061E8}"/>
          </ac:spMkLst>
        </pc:spChg>
        <pc:spChg chg="mod">
          <ac:chgData name="Jason Powell" userId="67fc0dff-6db8-4f1b-ac54-75c6f741d683" providerId="ADAL" clId="{E6AFD2F6-340B-4F5E-88D8-0BCD0CADE410}" dt="2026-01-03T16:01:04.800" v="0"/>
          <ac:spMkLst>
            <pc:docMk/>
            <pc:sldMk cId="2144176067" sldId="268"/>
            <ac:spMk id="5" creationId="{4020C042-BEBA-725B-8F5E-19157BB5443B}"/>
          </ac:spMkLst>
        </pc:spChg>
      </pc:sldChg>
      <pc:sldChg chg="modSp mod">
        <pc:chgData name="Jason Powell" userId="67fc0dff-6db8-4f1b-ac54-75c6f741d683" providerId="ADAL" clId="{E6AFD2F6-340B-4F5E-88D8-0BCD0CADE410}" dt="2026-01-03T16:28:24.265" v="186" actId="14"/>
        <pc:sldMkLst>
          <pc:docMk/>
          <pc:sldMk cId="2070357253" sldId="269"/>
        </pc:sldMkLst>
        <pc:spChg chg="mod">
          <ac:chgData name="Jason Powell" userId="67fc0dff-6db8-4f1b-ac54-75c6f741d683" providerId="ADAL" clId="{E6AFD2F6-340B-4F5E-88D8-0BCD0CADE410}" dt="2026-01-03T16:28:10.185" v="163" actId="20577"/>
          <ac:spMkLst>
            <pc:docMk/>
            <pc:sldMk cId="2070357253" sldId="269"/>
            <ac:spMk id="2" creationId="{DAFBB119-F4FA-4DFF-38CE-9B921F4AE3E4}"/>
          </ac:spMkLst>
        </pc:spChg>
        <pc:spChg chg="mod">
          <ac:chgData name="Jason Powell" userId="67fc0dff-6db8-4f1b-ac54-75c6f741d683" providerId="ADAL" clId="{E6AFD2F6-340B-4F5E-88D8-0BCD0CADE410}" dt="2026-01-03T16:28:24.265" v="186" actId="14"/>
          <ac:spMkLst>
            <pc:docMk/>
            <pc:sldMk cId="2070357253" sldId="269"/>
            <ac:spMk id="3" creationId="{1393011C-54C7-6120-BD9E-28252D86F00C}"/>
          </ac:spMkLst>
        </pc:spChg>
      </pc:sldChg>
      <pc:sldChg chg="modSp mod">
        <pc:chgData name="Jason Powell" userId="67fc0dff-6db8-4f1b-ac54-75c6f741d683" providerId="ADAL" clId="{E6AFD2F6-340B-4F5E-88D8-0BCD0CADE410}" dt="2026-01-03T16:27:49.600" v="149" actId="20577"/>
        <pc:sldMkLst>
          <pc:docMk/>
          <pc:sldMk cId="1127995938" sldId="270"/>
        </pc:sldMkLst>
        <pc:spChg chg="mod">
          <ac:chgData name="Jason Powell" userId="67fc0dff-6db8-4f1b-ac54-75c6f741d683" providerId="ADAL" clId="{E6AFD2F6-340B-4F5E-88D8-0BCD0CADE410}" dt="2026-01-03T16:01:04.800" v="0"/>
          <ac:spMkLst>
            <pc:docMk/>
            <pc:sldMk cId="1127995938" sldId="270"/>
            <ac:spMk id="2" creationId="{E3D8E513-09EC-9BEB-C54C-3252D13BCC5E}"/>
          </ac:spMkLst>
        </pc:spChg>
        <pc:spChg chg="mod">
          <ac:chgData name="Jason Powell" userId="67fc0dff-6db8-4f1b-ac54-75c6f741d683" providerId="ADAL" clId="{E6AFD2F6-340B-4F5E-88D8-0BCD0CADE410}" dt="2026-01-03T16:27:49.600" v="149" actId="20577"/>
          <ac:spMkLst>
            <pc:docMk/>
            <pc:sldMk cId="1127995938" sldId="270"/>
            <ac:spMk id="3" creationId="{5EA93915-52FF-9DC9-DA49-507DD3E3630F}"/>
          </ac:spMkLst>
        </pc:spChg>
      </pc:sldChg>
      <pc:sldChg chg="modSp mod">
        <pc:chgData name="Jason Powell" userId="67fc0dff-6db8-4f1b-ac54-75c6f741d683" providerId="ADAL" clId="{E6AFD2F6-340B-4F5E-88D8-0BCD0CADE410}" dt="2026-01-03T16:31:47.593" v="238" actId="20577"/>
        <pc:sldMkLst>
          <pc:docMk/>
          <pc:sldMk cId="2558422898" sldId="271"/>
        </pc:sldMkLst>
        <pc:spChg chg="mod">
          <ac:chgData name="Jason Powell" userId="67fc0dff-6db8-4f1b-ac54-75c6f741d683" providerId="ADAL" clId="{E6AFD2F6-340B-4F5E-88D8-0BCD0CADE410}" dt="2026-01-03T16:29:36.336" v="208" actId="20577"/>
          <ac:spMkLst>
            <pc:docMk/>
            <pc:sldMk cId="2558422898" sldId="271"/>
            <ac:spMk id="2" creationId="{8529B0E2-58B1-25D2-8006-BDDD4CA2CD72}"/>
          </ac:spMkLst>
        </pc:spChg>
        <pc:spChg chg="mod">
          <ac:chgData name="Jason Powell" userId="67fc0dff-6db8-4f1b-ac54-75c6f741d683" providerId="ADAL" clId="{E6AFD2F6-340B-4F5E-88D8-0BCD0CADE410}" dt="2026-01-03T16:31:47.593" v="238" actId="20577"/>
          <ac:spMkLst>
            <pc:docMk/>
            <pc:sldMk cId="2558422898" sldId="271"/>
            <ac:spMk id="3" creationId="{EE5562F1-394B-DB27-CBD2-95BBD43499C5}"/>
          </ac:spMkLst>
        </pc:spChg>
      </pc:sldChg>
      <pc:sldChg chg="modSp mod">
        <pc:chgData name="Jason Powell" userId="67fc0dff-6db8-4f1b-ac54-75c6f741d683" providerId="ADAL" clId="{E6AFD2F6-340B-4F5E-88D8-0BCD0CADE410}" dt="2026-01-03T16:34:23.571" v="537" actId="20577"/>
        <pc:sldMkLst>
          <pc:docMk/>
          <pc:sldMk cId="365877026" sldId="272"/>
        </pc:sldMkLst>
        <pc:spChg chg="mod">
          <ac:chgData name="Jason Powell" userId="67fc0dff-6db8-4f1b-ac54-75c6f741d683" providerId="ADAL" clId="{E6AFD2F6-340B-4F5E-88D8-0BCD0CADE410}" dt="2026-01-03T16:32:47.289" v="282" actId="20577"/>
          <ac:spMkLst>
            <pc:docMk/>
            <pc:sldMk cId="365877026" sldId="272"/>
            <ac:spMk id="2" creationId="{008838EB-6982-0267-039F-D1EE755DD0FD}"/>
          </ac:spMkLst>
        </pc:spChg>
        <pc:spChg chg="mod">
          <ac:chgData name="Jason Powell" userId="67fc0dff-6db8-4f1b-ac54-75c6f741d683" providerId="ADAL" clId="{E6AFD2F6-340B-4F5E-88D8-0BCD0CADE410}" dt="2026-01-03T16:34:23.571" v="537" actId="20577"/>
          <ac:spMkLst>
            <pc:docMk/>
            <pc:sldMk cId="365877026" sldId="272"/>
            <ac:spMk id="3" creationId="{E387F394-35DA-1D50-F046-EBC25449E202}"/>
          </ac:spMkLst>
        </pc:spChg>
      </pc:sldChg>
      <pc:sldChg chg="modSp">
        <pc:chgData name="Jason Powell" userId="67fc0dff-6db8-4f1b-ac54-75c6f741d683" providerId="ADAL" clId="{E6AFD2F6-340B-4F5E-88D8-0BCD0CADE410}" dt="2026-01-03T16:01:04.800" v="0"/>
        <pc:sldMkLst>
          <pc:docMk/>
          <pc:sldMk cId="3650141977" sldId="273"/>
        </pc:sldMkLst>
        <pc:spChg chg="mod">
          <ac:chgData name="Jason Powell" userId="67fc0dff-6db8-4f1b-ac54-75c6f741d683" providerId="ADAL" clId="{E6AFD2F6-340B-4F5E-88D8-0BCD0CADE410}" dt="2026-01-03T16:01:04.800" v="0"/>
          <ac:spMkLst>
            <pc:docMk/>
            <pc:sldMk cId="3650141977" sldId="273"/>
            <ac:spMk id="2" creationId="{94883A1F-FC65-A1EE-3505-613C484090DA}"/>
          </ac:spMkLst>
        </pc:spChg>
        <pc:spChg chg="mod">
          <ac:chgData name="Jason Powell" userId="67fc0dff-6db8-4f1b-ac54-75c6f741d683" providerId="ADAL" clId="{E6AFD2F6-340B-4F5E-88D8-0BCD0CADE410}" dt="2026-01-03T16:01:04.800" v="0"/>
          <ac:spMkLst>
            <pc:docMk/>
            <pc:sldMk cId="3650141977" sldId="273"/>
            <ac:spMk id="3" creationId="{8471C508-B20C-D8AA-7DCC-1BDF552D1114}"/>
          </ac:spMkLst>
        </pc:spChg>
      </pc:sldChg>
      <pc:sldChg chg="addSp delSp modSp mod chgLayout">
        <pc:chgData name="Jason Powell" userId="67fc0dff-6db8-4f1b-ac54-75c6f741d683" providerId="ADAL" clId="{E6AFD2F6-340B-4F5E-88D8-0BCD0CADE410}" dt="2026-01-03T16:19:56.149" v="28" actId="6264"/>
        <pc:sldMkLst>
          <pc:docMk/>
          <pc:sldMk cId="965379261" sldId="274"/>
        </pc:sldMkLst>
        <pc:spChg chg="mod ord">
          <ac:chgData name="Jason Powell" userId="67fc0dff-6db8-4f1b-ac54-75c6f741d683" providerId="ADAL" clId="{E6AFD2F6-340B-4F5E-88D8-0BCD0CADE410}" dt="2026-01-03T16:19:56.149" v="28" actId="6264"/>
          <ac:spMkLst>
            <pc:docMk/>
            <pc:sldMk cId="965379261" sldId="274"/>
            <ac:spMk id="2" creationId="{DB2648C6-1F70-ED5F-114E-67BBAAE09803}"/>
          </ac:spMkLst>
        </pc:spChg>
        <pc:spChg chg="mod ord">
          <ac:chgData name="Jason Powell" userId="67fc0dff-6db8-4f1b-ac54-75c6f741d683" providerId="ADAL" clId="{E6AFD2F6-340B-4F5E-88D8-0BCD0CADE410}" dt="2026-01-03T16:19:56.149" v="28" actId="6264"/>
          <ac:spMkLst>
            <pc:docMk/>
            <pc:sldMk cId="965379261" sldId="274"/>
            <ac:spMk id="3" creationId="{EB635294-6806-45E1-7E95-FDD3075EAAD1}"/>
          </ac:spMkLst>
        </pc:spChg>
        <pc:spChg chg="add del mod">
          <ac:chgData name="Jason Powell" userId="67fc0dff-6db8-4f1b-ac54-75c6f741d683" providerId="ADAL" clId="{E6AFD2F6-340B-4F5E-88D8-0BCD0CADE410}" dt="2026-01-03T16:17:54.906" v="8" actId="6264"/>
          <ac:spMkLst>
            <pc:docMk/>
            <pc:sldMk cId="965379261" sldId="274"/>
            <ac:spMk id="4" creationId="{7F854A8A-5137-E62A-3BBD-E855C321BEC8}"/>
          </ac:spMkLst>
        </pc:spChg>
        <pc:spChg chg="add del mod">
          <ac:chgData name="Jason Powell" userId="67fc0dff-6db8-4f1b-ac54-75c6f741d683" providerId="ADAL" clId="{E6AFD2F6-340B-4F5E-88D8-0BCD0CADE410}" dt="2026-01-03T16:17:54.906" v="8" actId="6264"/>
          <ac:spMkLst>
            <pc:docMk/>
            <pc:sldMk cId="965379261" sldId="274"/>
            <ac:spMk id="5" creationId="{D454456A-4883-79C6-B3FC-DF7767021E25}"/>
          </ac:spMkLst>
        </pc:spChg>
        <pc:spChg chg="add del mod">
          <ac:chgData name="Jason Powell" userId="67fc0dff-6db8-4f1b-ac54-75c6f741d683" providerId="ADAL" clId="{E6AFD2F6-340B-4F5E-88D8-0BCD0CADE410}" dt="2026-01-03T16:19:56.149" v="28" actId="6264"/>
          <ac:spMkLst>
            <pc:docMk/>
            <pc:sldMk cId="965379261" sldId="274"/>
            <ac:spMk id="6" creationId="{FDD8E24B-5A37-E92A-5B8A-CE051CDABF8A}"/>
          </ac:spMkLst>
        </pc:spChg>
        <pc:spChg chg="add del mod">
          <ac:chgData name="Jason Powell" userId="67fc0dff-6db8-4f1b-ac54-75c6f741d683" providerId="ADAL" clId="{E6AFD2F6-340B-4F5E-88D8-0BCD0CADE410}" dt="2026-01-03T16:19:56.149" v="28" actId="6264"/>
          <ac:spMkLst>
            <pc:docMk/>
            <pc:sldMk cId="965379261" sldId="274"/>
            <ac:spMk id="7" creationId="{934BCF64-B90C-F326-639A-8E20C2F6551C}"/>
          </ac:spMkLst>
        </pc:spChg>
      </pc:sldChg>
      <pc:sldChg chg="addSp modSp mod">
        <pc:chgData name="Jason Powell" userId="67fc0dff-6db8-4f1b-ac54-75c6f741d683" providerId="ADAL" clId="{E6AFD2F6-340B-4F5E-88D8-0BCD0CADE410}" dt="2026-01-03T16:24:19.661" v="82" actId="1076"/>
        <pc:sldMkLst>
          <pc:docMk/>
          <pc:sldMk cId="3314412519" sldId="275"/>
        </pc:sldMkLst>
        <pc:spChg chg="mod">
          <ac:chgData name="Jason Powell" userId="67fc0dff-6db8-4f1b-ac54-75c6f741d683" providerId="ADAL" clId="{E6AFD2F6-340B-4F5E-88D8-0BCD0CADE410}" dt="2026-01-03T16:01:04.800" v="0"/>
          <ac:spMkLst>
            <pc:docMk/>
            <pc:sldMk cId="3314412519" sldId="275"/>
            <ac:spMk id="2" creationId="{3992E8A2-3588-3C5A-1DB7-71771BD8E884}"/>
          </ac:spMkLst>
        </pc:spChg>
        <pc:spChg chg="mod">
          <ac:chgData name="Jason Powell" userId="67fc0dff-6db8-4f1b-ac54-75c6f741d683" providerId="ADAL" clId="{E6AFD2F6-340B-4F5E-88D8-0BCD0CADE410}" dt="2026-01-03T16:24:13.161" v="81" actId="20577"/>
          <ac:spMkLst>
            <pc:docMk/>
            <pc:sldMk cId="3314412519" sldId="275"/>
            <ac:spMk id="3" creationId="{A4C19B7B-48A1-0956-D936-407B499F7D59}"/>
          </ac:spMkLst>
        </pc:spChg>
        <pc:picChg chg="add mod">
          <ac:chgData name="Jason Powell" userId="67fc0dff-6db8-4f1b-ac54-75c6f741d683" providerId="ADAL" clId="{E6AFD2F6-340B-4F5E-88D8-0BCD0CADE410}" dt="2026-01-03T16:24:19.661" v="82" actId="1076"/>
          <ac:picMkLst>
            <pc:docMk/>
            <pc:sldMk cId="3314412519" sldId="275"/>
            <ac:picMk id="4" creationId="{B145FE93-45F5-FB06-56CC-8E14116230AA}"/>
          </ac:picMkLst>
        </pc:picChg>
      </pc:sldChg>
      <pc:sldChg chg="addSp delSp modSp mod chgLayout">
        <pc:chgData name="Jason Powell" userId="67fc0dff-6db8-4f1b-ac54-75c6f741d683" providerId="ADAL" clId="{E6AFD2F6-340B-4F5E-88D8-0BCD0CADE410}" dt="2026-01-03T16:17:13.374" v="4" actId="14100"/>
        <pc:sldMkLst>
          <pc:docMk/>
          <pc:sldMk cId="3878251818" sldId="276"/>
        </pc:sldMkLst>
        <pc:spChg chg="mod ord">
          <ac:chgData name="Jason Powell" userId="67fc0dff-6db8-4f1b-ac54-75c6f741d683" providerId="ADAL" clId="{E6AFD2F6-340B-4F5E-88D8-0BCD0CADE410}" dt="2026-01-03T16:01:41.559" v="1" actId="6264"/>
          <ac:spMkLst>
            <pc:docMk/>
            <pc:sldMk cId="3878251818" sldId="276"/>
            <ac:spMk id="2" creationId="{347055D1-428D-BD67-F779-3BF943EE4913}"/>
          </ac:spMkLst>
        </pc:spChg>
        <pc:spChg chg="mod ord">
          <ac:chgData name="Jason Powell" userId="67fc0dff-6db8-4f1b-ac54-75c6f741d683" providerId="ADAL" clId="{E6AFD2F6-340B-4F5E-88D8-0BCD0CADE410}" dt="2026-01-03T16:01:41.559" v="1" actId="6264"/>
          <ac:spMkLst>
            <pc:docMk/>
            <pc:sldMk cId="3878251818" sldId="276"/>
            <ac:spMk id="3" creationId="{DA065454-FA74-0BD1-C63A-14D4B78EFA36}"/>
          </ac:spMkLst>
        </pc:spChg>
        <pc:spChg chg="add del mod">
          <ac:chgData name="Jason Powell" userId="67fc0dff-6db8-4f1b-ac54-75c6f741d683" providerId="ADAL" clId="{E6AFD2F6-340B-4F5E-88D8-0BCD0CADE410}" dt="2026-01-03T16:01:41.559" v="1" actId="6264"/>
          <ac:spMkLst>
            <pc:docMk/>
            <pc:sldMk cId="3878251818" sldId="276"/>
            <ac:spMk id="6" creationId="{7765123B-F515-C282-311F-96AD86A6F24B}"/>
          </ac:spMkLst>
        </pc:spChg>
        <pc:spChg chg="add del mod">
          <ac:chgData name="Jason Powell" userId="67fc0dff-6db8-4f1b-ac54-75c6f741d683" providerId="ADAL" clId="{E6AFD2F6-340B-4F5E-88D8-0BCD0CADE410}" dt="2026-01-03T16:01:41.559" v="1" actId="6264"/>
          <ac:spMkLst>
            <pc:docMk/>
            <pc:sldMk cId="3878251818" sldId="276"/>
            <ac:spMk id="7" creationId="{BA0C27C6-578E-A2CE-32D2-9C7D4178C85A}"/>
          </ac:spMkLst>
        </pc:spChg>
        <pc:picChg chg="mod">
          <ac:chgData name="Jason Powell" userId="67fc0dff-6db8-4f1b-ac54-75c6f741d683" providerId="ADAL" clId="{E6AFD2F6-340B-4F5E-88D8-0BCD0CADE410}" dt="2026-01-03T16:17:13.374" v="4" actId="14100"/>
          <ac:picMkLst>
            <pc:docMk/>
            <pc:sldMk cId="3878251818" sldId="276"/>
            <ac:picMk id="5" creationId="{66F8610E-B513-92C4-A2CD-7BC9BA769445}"/>
          </ac:picMkLst>
        </pc:picChg>
      </pc:sldChg>
      <pc:sldChg chg="addSp delSp modSp mod chgLayout">
        <pc:chgData name="Jason Powell" userId="67fc0dff-6db8-4f1b-ac54-75c6f741d683" providerId="ADAL" clId="{E6AFD2F6-340B-4F5E-88D8-0BCD0CADE410}" dt="2026-01-03T16:22:03.121" v="59" actId="6549"/>
        <pc:sldMkLst>
          <pc:docMk/>
          <pc:sldMk cId="2940114106" sldId="277"/>
        </pc:sldMkLst>
        <pc:spChg chg="mod ord">
          <ac:chgData name="Jason Powell" userId="67fc0dff-6db8-4f1b-ac54-75c6f741d683" providerId="ADAL" clId="{E6AFD2F6-340B-4F5E-88D8-0BCD0CADE410}" dt="2026-01-03T16:17:43.056" v="7" actId="6264"/>
          <ac:spMkLst>
            <pc:docMk/>
            <pc:sldMk cId="2940114106" sldId="277"/>
            <ac:spMk id="2" creationId="{804B0B40-403A-2A7E-ACC8-2E96A6B43C89}"/>
          </ac:spMkLst>
        </pc:spChg>
        <pc:spChg chg="mod ord">
          <ac:chgData name="Jason Powell" userId="67fc0dff-6db8-4f1b-ac54-75c6f741d683" providerId="ADAL" clId="{E6AFD2F6-340B-4F5E-88D8-0BCD0CADE410}" dt="2026-01-03T16:22:03.121" v="59" actId="6549"/>
          <ac:spMkLst>
            <pc:docMk/>
            <pc:sldMk cId="2940114106" sldId="277"/>
            <ac:spMk id="3" creationId="{C4E42A2C-6EEB-6B63-1556-DFF8E8974ED2}"/>
          </ac:spMkLst>
        </pc:spChg>
        <pc:spChg chg="add del mod">
          <ac:chgData name="Jason Powell" userId="67fc0dff-6db8-4f1b-ac54-75c6f741d683" providerId="ADAL" clId="{E6AFD2F6-340B-4F5E-88D8-0BCD0CADE410}" dt="2026-01-03T16:17:42.554" v="6" actId="6264"/>
          <ac:spMkLst>
            <pc:docMk/>
            <pc:sldMk cId="2940114106" sldId="277"/>
            <ac:spMk id="5" creationId="{96D83280-C5E2-1FC7-26DB-F5CA4089DBC1}"/>
          </ac:spMkLst>
        </pc:spChg>
        <pc:spChg chg="add del mod">
          <ac:chgData name="Jason Powell" userId="67fc0dff-6db8-4f1b-ac54-75c6f741d683" providerId="ADAL" clId="{E6AFD2F6-340B-4F5E-88D8-0BCD0CADE410}" dt="2026-01-03T16:17:42.554" v="6" actId="6264"/>
          <ac:spMkLst>
            <pc:docMk/>
            <pc:sldMk cId="2940114106" sldId="277"/>
            <ac:spMk id="6" creationId="{A9ECFE7E-3A34-9CC8-BFE4-6F926BAE6A8C}"/>
          </ac:spMkLst>
        </pc:spChg>
        <pc:spChg chg="add del mod">
          <ac:chgData name="Jason Powell" userId="67fc0dff-6db8-4f1b-ac54-75c6f741d683" providerId="ADAL" clId="{E6AFD2F6-340B-4F5E-88D8-0BCD0CADE410}" dt="2026-01-03T16:17:43.056" v="7" actId="6264"/>
          <ac:spMkLst>
            <pc:docMk/>
            <pc:sldMk cId="2940114106" sldId="277"/>
            <ac:spMk id="7" creationId="{36EFCE36-3CB0-626C-144C-C465A13C6097}"/>
          </ac:spMkLst>
        </pc:spChg>
        <pc:spChg chg="add del mod">
          <ac:chgData name="Jason Powell" userId="67fc0dff-6db8-4f1b-ac54-75c6f741d683" providerId="ADAL" clId="{E6AFD2F6-340B-4F5E-88D8-0BCD0CADE410}" dt="2026-01-03T16:17:43.056" v="7" actId="6264"/>
          <ac:spMkLst>
            <pc:docMk/>
            <pc:sldMk cId="2940114106" sldId="277"/>
            <ac:spMk id="8" creationId="{45CF2DDD-7AF5-7FF4-CEC6-F8A8F6CB5BA8}"/>
          </ac:spMkLst>
        </pc:spChg>
        <pc:picChg chg="del mod">
          <ac:chgData name="Jason Powell" userId="67fc0dff-6db8-4f1b-ac54-75c6f741d683" providerId="ADAL" clId="{E6AFD2F6-340B-4F5E-88D8-0BCD0CADE410}" dt="2026-01-03T16:20:16.073" v="35" actId="21"/>
          <ac:picMkLst>
            <pc:docMk/>
            <pc:sldMk cId="2940114106" sldId="277"/>
            <ac:picMk id="4" creationId="{B145FE93-45F5-FB06-56CC-8E14116230AA}"/>
          </ac:picMkLst>
        </pc:picChg>
      </pc:sldChg>
      <pc:sldChg chg="modSp mod">
        <pc:chgData name="Jason Powell" userId="67fc0dff-6db8-4f1b-ac54-75c6f741d683" providerId="ADAL" clId="{E6AFD2F6-340B-4F5E-88D8-0BCD0CADE410}" dt="2026-01-03T16:25:40.233" v="86" actId="6549"/>
        <pc:sldMkLst>
          <pc:docMk/>
          <pc:sldMk cId="1271771168" sldId="281"/>
        </pc:sldMkLst>
        <pc:spChg chg="mod">
          <ac:chgData name="Jason Powell" userId="67fc0dff-6db8-4f1b-ac54-75c6f741d683" providerId="ADAL" clId="{E6AFD2F6-340B-4F5E-88D8-0BCD0CADE410}" dt="2026-01-03T16:01:04.800" v="0"/>
          <ac:spMkLst>
            <pc:docMk/>
            <pc:sldMk cId="1271771168" sldId="281"/>
            <ac:spMk id="2" creationId="{4C54D64F-5D6C-F024-D765-42CC5CFC438F}"/>
          </ac:spMkLst>
        </pc:spChg>
        <pc:spChg chg="mod">
          <ac:chgData name="Jason Powell" userId="67fc0dff-6db8-4f1b-ac54-75c6f741d683" providerId="ADAL" clId="{E6AFD2F6-340B-4F5E-88D8-0BCD0CADE410}" dt="2026-01-03T16:25:40.233" v="86" actId="6549"/>
          <ac:spMkLst>
            <pc:docMk/>
            <pc:sldMk cId="1271771168" sldId="281"/>
            <ac:spMk id="3" creationId="{B4273FB8-DE93-4427-24DC-8B85F8BDC485}"/>
          </ac:spMkLst>
        </pc:spChg>
      </pc:sldChg>
      <pc:sldChg chg="modSp mod">
        <pc:chgData name="Jason Powell" userId="67fc0dff-6db8-4f1b-ac54-75c6f741d683" providerId="ADAL" clId="{E6AFD2F6-340B-4F5E-88D8-0BCD0CADE410}" dt="2026-01-03T16:29:24.768" v="195" actId="20577"/>
        <pc:sldMkLst>
          <pc:docMk/>
          <pc:sldMk cId="2734755488" sldId="283"/>
        </pc:sldMkLst>
        <pc:spChg chg="mod">
          <ac:chgData name="Jason Powell" userId="67fc0dff-6db8-4f1b-ac54-75c6f741d683" providerId="ADAL" clId="{E6AFD2F6-340B-4F5E-88D8-0BCD0CADE410}" dt="2026-01-03T16:29:24.768" v="195" actId="20577"/>
          <ac:spMkLst>
            <pc:docMk/>
            <pc:sldMk cId="2734755488" sldId="283"/>
            <ac:spMk id="2" creationId="{86DABCD0-33FE-062D-4EF4-97A9BCFAF811}"/>
          </ac:spMkLst>
        </pc:spChg>
        <pc:spChg chg="mod">
          <ac:chgData name="Jason Powell" userId="67fc0dff-6db8-4f1b-ac54-75c6f741d683" providerId="ADAL" clId="{E6AFD2F6-340B-4F5E-88D8-0BCD0CADE410}" dt="2026-01-03T16:01:04.800" v="0"/>
          <ac:spMkLst>
            <pc:docMk/>
            <pc:sldMk cId="2734755488" sldId="283"/>
            <ac:spMk id="3" creationId="{6F57C66F-C886-54DF-974A-36B5521BC430}"/>
          </ac:spMkLst>
        </pc:spChg>
      </pc:sldChg>
      <pc:sldChg chg="modSp add del mod">
        <pc:chgData name="Jason Powell" userId="67fc0dff-6db8-4f1b-ac54-75c6f741d683" providerId="ADAL" clId="{E6AFD2F6-340B-4F5E-88D8-0BCD0CADE410}" dt="2026-01-03T16:19:58.116" v="30"/>
        <pc:sldMkLst>
          <pc:docMk/>
          <pc:sldMk cId="246914941" sldId="284"/>
        </pc:sldMkLst>
        <pc:spChg chg="mod">
          <ac:chgData name="Jason Powell" userId="67fc0dff-6db8-4f1b-ac54-75c6f741d683" providerId="ADAL" clId="{E6AFD2F6-340B-4F5E-88D8-0BCD0CADE410}" dt="2026-01-03T16:19:48.291" v="25" actId="6549"/>
          <ac:spMkLst>
            <pc:docMk/>
            <pc:sldMk cId="246914941" sldId="284"/>
            <ac:spMk id="3" creationId="{B1BE9D61-4DB7-3224-51EF-5D14EE58E4AB}"/>
          </ac:spMkLst>
        </pc:spChg>
      </pc:sldChg>
      <pc:sldChg chg="addSp modSp new mod">
        <pc:chgData name="Jason Powell" userId="67fc0dff-6db8-4f1b-ac54-75c6f741d683" providerId="ADAL" clId="{E6AFD2F6-340B-4F5E-88D8-0BCD0CADE410}" dt="2026-01-03T16:57:23.011" v="910" actId="14100"/>
        <pc:sldMkLst>
          <pc:docMk/>
          <pc:sldMk cId="429403792" sldId="284"/>
        </pc:sldMkLst>
        <pc:spChg chg="mod">
          <ac:chgData name="Jason Powell" userId="67fc0dff-6db8-4f1b-ac54-75c6f741d683" providerId="ADAL" clId="{E6AFD2F6-340B-4F5E-88D8-0BCD0CADE410}" dt="2026-01-03T16:37:26.905" v="574" actId="20577"/>
          <ac:spMkLst>
            <pc:docMk/>
            <pc:sldMk cId="429403792" sldId="284"/>
            <ac:spMk id="2" creationId="{BC245EF2-273A-00FB-C44F-69A6FD22AE2A}"/>
          </ac:spMkLst>
        </pc:spChg>
        <pc:spChg chg="mod">
          <ac:chgData name="Jason Powell" userId="67fc0dff-6db8-4f1b-ac54-75c6f741d683" providerId="ADAL" clId="{E6AFD2F6-340B-4F5E-88D8-0BCD0CADE410}" dt="2026-01-03T16:57:03.577" v="907" actId="20577"/>
          <ac:spMkLst>
            <pc:docMk/>
            <pc:sldMk cId="429403792" sldId="284"/>
            <ac:spMk id="3" creationId="{905430C7-336A-65C9-ED33-117688BBCD75}"/>
          </ac:spMkLst>
        </pc:spChg>
        <pc:picChg chg="add mod">
          <ac:chgData name="Jason Powell" userId="67fc0dff-6db8-4f1b-ac54-75c6f741d683" providerId="ADAL" clId="{E6AFD2F6-340B-4F5E-88D8-0BCD0CADE410}" dt="2026-01-03T16:57:13.095" v="908" actId="14100"/>
          <ac:picMkLst>
            <pc:docMk/>
            <pc:sldMk cId="429403792" sldId="284"/>
            <ac:picMk id="4" creationId="{90801069-9BE3-6648-81D6-1064D1F4B4EE}"/>
          </ac:picMkLst>
        </pc:picChg>
        <pc:picChg chg="add mod">
          <ac:chgData name="Jason Powell" userId="67fc0dff-6db8-4f1b-ac54-75c6f741d683" providerId="ADAL" clId="{E6AFD2F6-340B-4F5E-88D8-0BCD0CADE410}" dt="2026-01-03T16:57:23.011" v="910" actId="14100"/>
          <ac:picMkLst>
            <pc:docMk/>
            <pc:sldMk cId="429403792" sldId="284"/>
            <ac:picMk id="5" creationId="{7B82EA4E-ADF1-EE59-C7B3-2B315B3CEE43}"/>
          </ac:picMkLst>
        </pc:picChg>
      </pc:sldChg>
      <pc:sldChg chg="addSp modSp new mod">
        <pc:chgData name="Jason Powell" userId="67fc0dff-6db8-4f1b-ac54-75c6f741d683" providerId="ADAL" clId="{E6AFD2F6-340B-4F5E-88D8-0BCD0CADE410}" dt="2026-01-03T16:40:11.650" v="637" actId="20577"/>
        <pc:sldMkLst>
          <pc:docMk/>
          <pc:sldMk cId="3972901896" sldId="285"/>
        </pc:sldMkLst>
        <pc:spChg chg="mod">
          <ac:chgData name="Jason Powell" userId="67fc0dff-6db8-4f1b-ac54-75c6f741d683" providerId="ADAL" clId="{E6AFD2F6-340B-4F5E-88D8-0BCD0CADE410}" dt="2026-01-03T16:39:08.034" v="629" actId="5793"/>
          <ac:spMkLst>
            <pc:docMk/>
            <pc:sldMk cId="3972901896" sldId="285"/>
            <ac:spMk id="2" creationId="{57EE717A-903B-CC6C-7A65-D6EDDFF095EC}"/>
          </ac:spMkLst>
        </pc:spChg>
        <pc:spChg chg="mod">
          <ac:chgData name="Jason Powell" userId="67fc0dff-6db8-4f1b-ac54-75c6f741d683" providerId="ADAL" clId="{E6AFD2F6-340B-4F5E-88D8-0BCD0CADE410}" dt="2026-01-03T16:40:11.650" v="637" actId="20577"/>
          <ac:spMkLst>
            <pc:docMk/>
            <pc:sldMk cId="3972901896" sldId="285"/>
            <ac:spMk id="3" creationId="{F62E0B19-99BA-9272-C31D-9DF50AE30FED}"/>
          </ac:spMkLst>
        </pc:spChg>
        <pc:picChg chg="add mod">
          <ac:chgData name="Jason Powell" userId="67fc0dff-6db8-4f1b-ac54-75c6f741d683" providerId="ADAL" clId="{E6AFD2F6-340B-4F5E-88D8-0BCD0CADE410}" dt="2026-01-03T16:40:00.891" v="634" actId="1076"/>
          <ac:picMkLst>
            <pc:docMk/>
            <pc:sldMk cId="3972901896" sldId="285"/>
            <ac:picMk id="4" creationId="{339CBF10-3490-46EC-2FC9-5AF9CF895449}"/>
          </ac:picMkLst>
        </pc:picChg>
      </pc:sldChg>
      <pc:sldChg chg="modSp add mod">
        <pc:chgData name="Jason Powell" userId="67fc0dff-6db8-4f1b-ac54-75c6f741d683" providerId="ADAL" clId="{E6AFD2F6-340B-4F5E-88D8-0BCD0CADE410}" dt="2026-01-03T16:40:31.039" v="639"/>
        <pc:sldMkLst>
          <pc:docMk/>
          <pc:sldMk cId="3299351333" sldId="286"/>
        </pc:sldMkLst>
        <pc:spChg chg="mod">
          <ac:chgData name="Jason Powell" userId="67fc0dff-6db8-4f1b-ac54-75c6f741d683" providerId="ADAL" clId="{E6AFD2F6-340B-4F5E-88D8-0BCD0CADE410}" dt="2026-01-03T16:40:31.039" v="639"/>
          <ac:spMkLst>
            <pc:docMk/>
            <pc:sldMk cId="3299351333" sldId="286"/>
            <ac:spMk id="3" creationId="{F02D4B56-4764-3B72-5D6D-5A4B27406CAC}"/>
          </ac:spMkLst>
        </pc:spChg>
      </pc:sldChg>
      <pc:sldChg chg="addSp modSp new mod">
        <pc:chgData name="Jason Powell" userId="67fc0dff-6db8-4f1b-ac54-75c6f741d683" providerId="ADAL" clId="{E6AFD2F6-340B-4F5E-88D8-0BCD0CADE410}" dt="2026-01-03T16:45:04.801" v="780" actId="114"/>
        <pc:sldMkLst>
          <pc:docMk/>
          <pc:sldMk cId="3795044422" sldId="287"/>
        </pc:sldMkLst>
        <pc:spChg chg="mod">
          <ac:chgData name="Jason Powell" userId="67fc0dff-6db8-4f1b-ac54-75c6f741d683" providerId="ADAL" clId="{E6AFD2F6-340B-4F5E-88D8-0BCD0CADE410}" dt="2026-01-03T16:41:34.201" v="642"/>
          <ac:spMkLst>
            <pc:docMk/>
            <pc:sldMk cId="3795044422" sldId="287"/>
            <ac:spMk id="2" creationId="{76D9EBDE-9AE3-FF59-1985-67E026770D4B}"/>
          </ac:spMkLst>
        </pc:spChg>
        <pc:spChg chg="mod">
          <ac:chgData name="Jason Powell" userId="67fc0dff-6db8-4f1b-ac54-75c6f741d683" providerId="ADAL" clId="{E6AFD2F6-340B-4F5E-88D8-0BCD0CADE410}" dt="2026-01-03T16:45:04.801" v="780" actId="114"/>
          <ac:spMkLst>
            <pc:docMk/>
            <pc:sldMk cId="3795044422" sldId="287"/>
            <ac:spMk id="3" creationId="{58EE1828-6BD2-6391-20A8-C949683FD580}"/>
          </ac:spMkLst>
        </pc:spChg>
        <pc:picChg chg="add mod">
          <ac:chgData name="Jason Powell" userId="67fc0dff-6db8-4f1b-ac54-75c6f741d683" providerId="ADAL" clId="{E6AFD2F6-340B-4F5E-88D8-0BCD0CADE410}" dt="2026-01-03T16:45:00.834" v="779" actId="1076"/>
          <ac:picMkLst>
            <pc:docMk/>
            <pc:sldMk cId="3795044422" sldId="287"/>
            <ac:picMk id="4" creationId="{149EA791-4133-D543-DE48-005E8C4C1FAF}"/>
          </ac:picMkLst>
        </pc:picChg>
      </pc:sldChg>
      <pc:sldChg chg="modSp new mod">
        <pc:chgData name="Jason Powell" userId="67fc0dff-6db8-4f1b-ac54-75c6f741d683" providerId="ADAL" clId="{E6AFD2F6-340B-4F5E-88D8-0BCD0CADE410}" dt="2026-01-03T16:45:58.616" v="788" actId="5793"/>
        <pc:sldMkLst>
          <pc:docMk/>
          <pc:sldMk cId="2317403638" sldId="288"/>
        </pc:sldMkLst>
        <pc:spChg chg="mod">
          <ac:chgData name="Jason Powell" userId="67fc0dff-6db8-4f1b-ac54-75c6f741d683" providerId="ADAL" clId="{E6AFD2F6-340B-4F5E-88D8-0BCD0CADE410}" dt="2026-01-03T16:45:37.034" v="782"/>
          <ac:spMkLst>
            <pc:docMk/>
            <pc:sldMk cId="2317403638" sldId="288"/>
            <ac:spMk id="2" creationId="{B3C874D8-BDBB-3556-8A40-FBD47A035646}"/>
          </ac:spMkLst>
        </pc:spChg>
        <pc:spChg chg="mod">
          <ac:chgData name="Jason Powell" userId="67fc0dff-6db8-4f1b-ac54-75c6f741d683" providerId="ADAL" clId="{E6AFD2F6-340B-4F5E-88D8-0BCD0CADE410}" dt="2026-01-03T16:45:58.616" v="788" actId="5793"/>
          <ac:spMkLst>
            <pc:docMk/>
            <pc:sldMk cId="2317403638" sldId="288"/>
            <ac:spMk id="3" creationId="{CFD4C718-B0B3-53AA-3473-9647198CF07B}"/>
          </ac:spMkLst>
        </pc:spChg>
      </pc:sldChg>
      <pc:sldChg chg="addSp delSp modSp new mod">
        <pc:chgData name="Jason Powell" userId="67fc0dff-6db8-4f1b-ac54-75c6f741d683" providerId="ADAL" clId="{E6AFD2F6-340B-4F5E-88D8-0BCD0CADE410}" dt="2026-01-03T16:51:15.357" v="849" actId="14100"/>
        <pc:sldMkLst>
          <pc:docMk/>
          <pc:sldMk cId="1500377316" sldId="289"/>
        </pc:sldMkLst>
        <pc:spChg chg="mod">
          <ac:chgData name="Jason Powell" userId="67fc0dff-6db8-4f1b-ac54-75c6f741d683" providerId="ADAL" clId="{E6AFD2F6-340B-4F5E-88D8-0BCD0CADE410}" dt="2026-01-03T16:46:21.920" v="790"/>
          <ac:spMkLst>
            <pc:docMk/>
            <pc:sldMk cId="1500377316" sldId="289"/>
            <ac:spMk id="2" creationId="{0F4DE6BF-E762-580A-7FDA-AEAE33A4A4C3}"/>
          </ac:spMkLst>
        </pc:spChg>
        <pc:spChg chg="mod">
          <ac:chgData name="Jason Powell" userId="67fc0dff-6db8-4f1b-ac54-75c6f741d683" providerId="ADAL" clId="{E6AFD2F6-340B-4F5E-88D8-0BCD0CADE410}" dt="2026-01-03T16:48:15.161" v="813" actId="20577"/>
          <ac:spMkLst>
            <pc:docMk/>
            <pc:sldMk cId="1500377316" sldId="289"/>
            <ac:spMk id="3" creationId="{9841C91F-0B2C-4C50-EA61-AE1B9F8458CF}"/>
          </ac:spMkLst>
        </pc:spChg>
        <pc:spChg chg="add del mod">
          <ac:chgData name="Jason Powell" userId="67fc0dff-6db8-4f1b-ac54-75c6f741d683" providerId="ADAL" clId="{E6AFD2F6-340B-4F5E-88D8-0BCD0CADE410}" dt="2026-01-03T16:49:39.929" v="818" actId="478"/>
          <ac:spMkLst>
            <pc:docMk/>
            <pc:sldMk cId="1500377316" sldId="289"/>
            <ac:spMk id="5" creationId="{6396EF14-7D4B-A971-3F41-24F8CA580287}"/>
          </ac:spMkLst>
        </pc:spChg>
        <pc:spChg chg="add mod">
          <ac:chgData name="Jason Powell" userId="67fc0dff-6db8-4f1b-ac54-75c6f741d683" providerId="ADAL" clId="{E6AFD2F6-340B-4F5E-88D8-0BCD0CADE410}" dt="2026-01-03T16:51:15.357" v="849" actId="14100"/>
          <ac:spMkLst>
            <pc:docMk/>
            <pc:sldMk cId="1500377316" sldId="289"/>
            <ac:spMk id="7" creationId="{C9599B39-8C28-9472-8D86-44CD9BDDCE4C}"/>
          </ac:spMkLst>
        </pc:spChg>
      </pc:sldChg>
      <pc:sldChg chg="new del">
        <pc:chgData name="Jason Powell" userId="67fc0dff-6db8-4f1b-ac54-75c6f741d683" providerId="ADAL" clId="{E6AFD2F6-340B-4F5E-88D8-0BCD0CADE410}" dt="2026-01-03T16:57:31.439" v="911" actId="47"/>
        <pc:sldMkLst>
          <pc:docMk/>
          <pc:sldMk cId="3632713959" sldId="29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24C778-3C16-420A-96C5-2DEA5B992B90}"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102188-46BD-420A-95F8-7F37B090916A}" type="slidenum">
              <a:rPr lang="en-US" smtClean="0"/>
              <a:t>‹#›</a:t>
            </a:fld>
            <a:endParaRPr lang="en-US"/>
          </a:p>
        </p:txBody>
      </p:sp>
    </p:spTree>
    <p:extLst>
      <p:ext uri="{BB962C8B-B14F-4D97-AF65-F5344CB8AC3E}">
        <p14:creationId xmlns:p14="http://schemas.microsoft.com/office/powerpoint/2010/main" val="1435986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24C778-3C16-420A-96C5-2DEA5B992B90}"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102188-46BD-420A-95F8-7F37B090916A}" type="slidenum">
              <a:rPr lang="en-US" smtClean="0"/>
              <a:t>‹#›</a:t>
            </a:fld>
            <a:endParaRPr lang="en-US"/>
          </a:p>
        </p:txBody>
      </p:sp>
    </p:spTree>
    <p:extLst>
      <p:ext uri="{BB962C8B-B14F-4D97-AF65-F5344CB8AC3E}">
        <p14:creationId xmlns:p14="http://schemas.microsoft.com/office/powerpoint/2010/main" val="1044468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24C778-3C16-420A-96C5-2DEA5B992B90}"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102188-46BD-420A-95F8-7F37B090916A}" type="slidenum">
              <a:rPr lang="en-US" smtClean="0"/>
              <a:t>‹#›</a:t>
            </a:fld>
            <a:endParaRPr lang="en-US"/>
          </a:p>
        </p:txBody>
      </p:sp>
    </p:spTree>
    <p:extLst>
      <p:ext uri="{BB962C8B-B14F-4D97-AF65-F5344CB8AC3E}">
        <p14:creationId xmlns:p14="http://schemas.microsoft.com/office/powerpoint/2010/main" val="3170630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24C778-3C16-420A-96C5-2DEA5B992B90}"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102188-46BD-420A-95F8-7F37B090916A}" type="slidenum">
              <a:rPr lang="en-US" smtClean="0"/>
              <a:t>‹#›</a:t>
            </a:fld>
            <a:endParaRPr lang="en-US"/>
          </a:p>
        </p:txBody>
      </p:sp>
    </p:spTree>
    <p:extLst>
      <p:ext uri="{BB962C8B-B14F-4D97-AF65-F5344CB8AC3E}">
        <p14:creationId xmlns:p14="http://schemas.microsoft.com/office/powerpoint/2010/main" val="1125244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24C778-3C16-420A-96C5-2DEA5B992B90}" type="datetimeFigureOut">
              <a:rPr lang="en-US" smtClean="0"/>
              <a:t>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102188-46BD-420A-95F8-7F37B090916A}" type="slidenum">
              <a:rPr lang="en-US" smtClean="0"/>
              <a:t>‹#›</a:t>
            </a:fld>
            <a:endParaRPr lang="en-US"/>
          </a:p>
        </p:txBody>
      </p:sp>
    </p:spTree>
    <p:extLst>
      <p:ext uri="{BB962C8B-B14F-4D97-AF65-F5344CB8AC3E}">
        <p14:creationId xmlns:p14="http://schemas.microsoft.com/office/powerpoint/2010/main" val="1567455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24C778-3C16-420A-96C5-2DEA5B992B90}" type="datetimeFigureOut">
              <a:rPr lang="en-US" smtClean="0"/>
              <a:t>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6102188-46BD-420A-95F8-7F37B090916A}" type="slidenum">
              <a:rPr lang="en-US" smtClean="0"/>
              <a:t>‹#›</a:t>
            </a:fld>
            <a:endParaRPr lang="en-US"/>
          </a:p>
        </p:txBody>
      </p:sp>
    </p:spTree>
    <p:extLst>
      <p:ext uri="{BB962C8B-B14F-4D97-AF65-F5344CB8AC3E}">
        <p14:creationId xmlns:p14="http://schemas.microsoft.com/office/powerpoint/2010/main" val="2210266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24C778-3C16-420A-96C5-2DEA5B992B90}" type="datetimeFigureOut">
              <a:rPr lang="en-US" smtClean="0"/>
              <a:t>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6102188-46BD-420A-95F8-7F37B090916A}" type="slidenum">
              <a:rPr lang="en-US" smtClean="0"/>
              <a:t>‹#›</a:t>
            </a:fld>
            <a:endParaRPr lang="en-US"/>
          </a:p>
        </p:txBody>
      </p:sp>
    </p:spTree>
    <p:extLst>
      <p:ext uri="{BB962C8B-B14F-4D97-AF65-F5344CB8AC3E}">
        <p14:creationId xmlns:p14="http://schemas.microsoft.com/office/powerpoint/2010/main" val="2383739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24C778-3C16-420A-96C5-2DEA5B992B90}"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102188-46BD-420A-95F8-7F37B090916A}" type="slidenum">
              <a:rPr lang="en-US" smtClean="0"/>
              <a:t>‹#›</a:t>
            </a:fld>
            <a:endParaRPr lang="en-US"/>
          </a:p>
        </p:txBody>
      </p:sp>
    </p:spTree>
    <p:extLst>
      <p:ext uri="{BB962C8B-B14F-4D97-AF65-F5344CB8AC3E}">
        <p14:creationId xmlns:p14="http://schemas.microsoft.com/office/powerpoint/2010/main" val="3622742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24C778-3C16-420A-96C5-2DEA5B992B90}"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102188-46BD-420A-95F8-7F37B090916A}" type="slidenum">
              <a:rPr lang="en-US" smtClean="0"/>
              <a:t>‹#›</a:t>
            </a:fld>
            <a:endParaRPr lang="en-US"/>
          </a:p>
        </p:txBody>
      </p:sp>
    </p:spTree>
    <p:extLst>
      <p:ext uri="{BB962C8B-B14F-4D97-AF65-F5344CB8AC3E}">
        <p14:creationId xmlns:p14="http://schemas.microsoft.com/office/powerpoint/2010/main" val="2821740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24C778-3C16-420A-96C5-2DEA5B992B90}"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102188-46BD-420A-95F8-7F37B090916A}" type="slidenum">
              <a:rPr lang="en-US" smtClean="0"/>
              <a:t>‹#›</a:t>
            </a:fld>
            <a:endParaRPr lang="en-US"/>
          </a:p>
        </p:txBody>
      </p:sp>
    </p:spTree>
    <p:extLst>
      <p:ext uri="{BB962C8B-B14F-4D97-AF65-F5344CB8AC3E}">
        <p14:creationId xmlns:p14="http://schemas.microsoft.com/office/powerpoint/2010/main" val="1286154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24C778-3C16-420A-96C5-2DEA5B992B90}"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102188-46BD-420A-95F8-7F37B090916A}" type="slidenum">
              <a:rPr lang="en-US" smtClean="0"/>
              <a:t>‹#›</a:t>
            </a:fld>
            <a:endParaRPr lang="en-US"/>
          </a:p>
        </p:txBody>
      </p:sp>
    </p:spTree>
    <p:extLst>
      <p:ext uri="{BB962C8B-B14F-4D97-AF65-F5344CB8AC3E}">
        <p14:creationId xmlns:p14="http://schemas.microsoft.com/office/powerpoint/2010/main" val="3622061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24C778-3C16-420A-96C5-2DEA5B992B90}" type="datetimeFigureOut">
              <a:rPr lang="en-US" smtClean="0"/>
              <a:t>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102188-46BD-420A-95F8-7F37B090916A}" type="slidenum">
              <a:rPr lang="en-US" smtClean="0"/>
              <a:t>‹#›</a:t>
            </a:fld>
            <a:endParaRPr lang="en-US"/>
          </a:p>
        </p:txBody>
      </p:sp>
    </p:spTree>
    <p:extLst>
      <p:ext uri="{BB962C8B-B14F-4D97-AF65-F5344CB8AC3E}">
        <p14:creationId xmlns:p14="http://schemas.microsoft.com/office/powerpoint/2010/main" val="41904823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5EFD5-C10E-E9CE-4056-F276F16B134F}"/>
              </a:ext>
            </a:extLst>
          </p:cNvPr>
          <p:cNvSpPr>
            <a:spLocks noGrp="1"/>
          </p:cNvSpPr>
          <p:nvPr>
            <p:ph type="title"/>
          </p:nvPr>
        </p:nvSpPr>
        <p:spPr/>
        <p:txBody>
          <a:bodyPr/>
          <a:lstStyle/>
          <a:p>
            <a:r>
              <a:rPr lang="en-US" dirty="0"/>
              <a:t>Data Models</a:t>
            </a:r>
          </a:p>
        </p:txBody>
      </p:sp>
      <p:sp>
        <p:nvSpPr>
          <p:cNvPr id="3" name="Content Placeholder 2">
            <a:extLst>
              <a:ext uri="{FF2B5EF4-FFF2-40B4-BE49-F238E27FC236}">
                <a16:creationId xmlns:a16="http://schemas.microsoft.com/office/drawing/2014/main" id="{483B1630-E756-EE14-51C9-48B11963A6C6}"/>
              </a:ext>
            </a:extLst>
          </p:cNvPr>
          <p:cNvSpPr>
            <a:spLocks noGrp="1"/>
          </p:cNvSpPr>
          <p:nvPr>
            <p:ph idx="1"/>
          </p:nvPr>
        </p:nvSpPr>
        <p:spPr/>
        <p:txBody>
          <a:bodyPr/>
          <a:lstStyle/>
          <a:p>
            <a:r>
              <a:rPr lang="en-US" dirty="0"/>
              <a:t>Model – abstraction of a more complex real-world object or event</a:t>
            </a:r>
          </a:p>
          <a:p>
            <a:r>
              <a:rPr lang="en-US" dirty="0"/>
              <a:t>Data model – representation of complex real-world data structures</a:t>
            </a:r>
          </a:p>
          <a:p>
            <a:r>
              <a:rPr lang="en-US" dirty="0"/>
              <a:t>Data modeling – creating a specific representation for a determined problem domain</a:t>
            </a:r>
          </a:p>
          <a:p>
            <a:r>
              <a:rPr lang="en-US" dirty="0"/>
              <a:t>Importance</a:t>
            </a:r>
          </a:p>
          <a:p>
            <a:pPr lvl="1"/>
            <a:r>
              <a:rPr lang="en-US" dirty="0"/>
              <a:t>Facilitates communication</a:t>
            </a:r>
          </a:p>
          <a:p>
            <a:pPr lvl="1"/>
            <a:r>
              <a:rPr lang="en-US" dirty="0"/>
              <a:t>Provides various views of the DB</a:t>
            </a:r>
          </a:p>
          <a:p>
            <a:pPr lvl="1"/>
            <a:r>
              <a:rPr lang="en-US" dirty="0"/>
              <a:t>Organizes data for various users</a:t>
            </a:r>
          </a:p>
          <a:p>
            <a:pPr lvl="1"/>
            <a:r>
              <a:rPr lang="en-US" dirty="0"/>
              <a:t>An abstraction for creating a good DB</a:t>
            </a:r>
          </a:p>
        </p:txBody>
      </p:sp>
      <p:pic>
        <p:nvPicPr>
          <p:cNvPr id="4" name="Picture 3" descr="A person in a suit&#10;&#10;Description automatically generated with medium confidence">
            <a:extLst>
              <a:ext uri="{FF2B5EF4-FFF2-40B4-BE49-F238E27FC236}">
                <a16:creationId xmlns:a16="http://schemas.microsoft.com/office/drawing/2014/main" id="{60B6380E-30E8-56C7-FACB-FF01DCEAC6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0350" y="3509963"/>
            <a:ext cx="4743450" cy="2667000"/>
          </a:xfrm>
          <a:prstGeom prst="rect">
            <a:avLst/>
          </a:prstGeom>
        </p:spPr>
      </p:pic>
    </p:spTree>
    <p:extLst>
      <p:ext uri="{BB962C8B-B14F-4D97-AF65-F5344CB8AC3E}">
        <p14:creationId xmlns:p14="http://schemas.microsoft.com/office/powerpoint/2010/main" val="3009373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83A1F-FC65-A1EE-3505-613C484090DA}"/>
              </a:ext>
            </a:extLst>
          </p:cNvPr>
          <p:cNvSpPr>
            <a:spLocks noGrp="1"/>
          </p:cNvSpPr>
          <p:nvPr>
            <p:ph type="title"/>
          </p:nvPr>
        </p:nvSpPr>
        <p:spPr/>
        <p:txBody>
          <a:bodyPr/>
          <a:lstStyle/>
          <a:p>
            <a:r>
              <a:rPr lang="en-US" dirty="0"/>
              <a:t>Degrees of Abstraction</a:t>
            </a:r>
          </a:p>
        </p:txBody>
      </p:sp>
      <p:sp>
        <p:nvSpPr>
          <p:cNvPr id="3" name="Content Placeholder 2">
            <a:extLst>
              <a:ext uri="{FF2B5EF4-FFF2-40B4-BE49-F238E27FC236}">
                <a16:creationId xmlns:a16="http://schemas.microsoft.com/office/drawing/2014/main" id="{8471C508-B20C-D8AA-7DCC-1BDF552D1114}"/>
              </a:ext>
            </a:extLst>
          </p:cNvPr>
          <p:cNvSpPr>
            <a:spLocks noGrp="1"/>
          </p:cNvSpPr>
          <p:nvPr>
            <p:ph idx="1"/>
          </p:nvPr>
        </p:nvSpPr>
        <p:spPr/>
        <p:txBody>
          <a:bodyPr/>
          <a:lstStyle/>
          <a:p>
            <a:pPr marL="0" indent="0">
              <a:buNone/>
            </a:pPr>
            <a:r>
              <a:rPr lang="en-US" dirty="0"/>
              <a:t> </a:t>
            </a:r>
          </a:p>
        </p:txBody>
      </p:sp>
      <p:pic>
        <p:nvPicPr>
          <p:cNvPr id="4" name="Picture 2" descr="In Figure 2.6, the American National Standards Institute (ANSI)framework for data modeling based on degrees of data abstraction is illustrated by moving through the model levels: external, conceptual, internal, and physical. ">
            <a:extLst>
              <a:ext uri="{FF2B5EF4-FFF2-40B4-BE49-F238E27FC236}">
                <a16:creationId xmlns:a16="http://schemas.microsoft.com/office/drawing/2014/main" id="{338DA5BA-345B-3EE9-A925-0AE7D555C23C}"/>
              </a:ext>
            </a:extLst>
          </p:cNvPr>
          <p:cNvPicPr>
            <a:picLocks noChangeAspect="1" noChangeArrowheads="1"/>
          </p:cNvPicPr>
          <p:nvPr/>
        </p:nvPicPr>
        <p:blipFill rotWithShape="1">
          <a:blip r:embed="rId2" cstate="print"/>
          <a:srcRect l="8111" t="9310" r="7981" b="3750"/>
          <a:stretch/>
        </p:blipFill>
        <p:spPr bwMode="auto">
          <a:xfrm>
            <a:off x="2576871" y="1825625"/>
            <a:ext cx="7038258" cy="4351338"/>
          </a:xfrm>
          <a:prstGeom prst="rect">
            <a:avLst/>
          </a:prstGeom>
          <a:noFill/>
        </p:spPr>
      </p:pic>
    </p:spTree>
    <p:extLst>
      <p:ext uri="{BB962C8B-B14F-4D97-AF65-F5344CB8AC3E}">
        <p14:creationId xmlns:p14="http://schemas.microsoft.com/office/powerpoint/2010/main" val="3650141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648C6-1F70-ED5F-114E-67BBAAE09803}"/>
              </a:ext>
            </a:extLst>
          </p:cNvPr>
          <p:cNvSpPr>
            <a:spLocks noGrp="1"/>
          </p:cNvSpPr>
          <p:nvPr>
            <p:ph type="title"/>
          </p:nvPr>
        </p:nvSpPr>
        <p:spPr>
          <a:xfrm>
            <a:off x="838200" y="365125"/>
            <a:ext cx="10515600" cy="1325563"/>
          </a:xfrm>
        </p:spPr>
        <p:txBody>
          <a:bodyPr/>
          <a:lstStyle/>
          <a:p>
            <a:r>
              <a:rPr lang="en-US"/>
              <a:t>Degrees of Abstraction</a:t>
            </a:r>
            <a:endParaRPr lang="en-US" dirty="0"/>
          </a:p>
        </p:txBody>
      </p:sp>
      <p:sp>
        <p:nvSpPr>
          <p:cNvPr id="3" name="Content Placeholder 2">
            <a:extLst>
              <a:ext uri="{FF2B5EF4-FFF2-40B4-BE49-F238E27FC236}">
                <a16:creationId xmlns:a16="http://schemas.microsoft.com/office/drawing/2014/main" id="{EB635294-6806-45E1-7E95-FDD3075EAAD1}"/>
              </a:ext>
            </a:extLst>
          </p:cNvPr>
          <p:cNvSpPr>
            <a:spLocks noGrp="1"/>
          </p:cNvSpPr>
          <p:nvPr>
            <p:ph idx="1"/>
          </p:nvPr>
        </p:nvSpPr>
        <p:spPr>
          <a:xfrm>
            <a:off x="838200" y="1825625"/>
            <a:ext cx="10515600" cy="4351338"/>
          </a:xfrm>
        </p:spPr>
        <p:txBody>
          <a:bodyPr>
            <a:normAutofit lnSpcReduction="10000"/>
          </a:bodyPr>
          <a:lstStyle/>
          <a:p>
            <a:r>
              <a:rPr lang="en-US" dirty="0"/>
              <a:t>External Model</a:t>
            </a:r>
          </a:p>
          <a:p>
            <a:pPr lvl="1"/>
            <a:r>
              <a:rPr lang="en-US" dirty="0"/>
              <a:t>End user’s view</a:t>
            </a:r>
          </a:p>
          <a:p>
            <a:pPr lvl="1"/>
            <a:r>
              <a:rPr lang="en-US" dirty="0"/>
              <a:t>People use applications to manipulate data and generate information</a:t>
            </a:r>
          </a:p>
          <a:p>
            <a:pPr lvl="1"/>
            <a:r>
              <a:rPr lang="en-US" dirty="0"/>
              <a:t>Represented by an ERD</a:t>
            </a:r>
          </a:p>
          <a:p>
            <a:pPr lvl="1"/>
            <a:r>
              <a:rPr lang="en-US" dirty="0"/>
              <a:t>External schema – specific representation of an external view</a:t>
            </a:r>
          </a:p>
          <a:p>
            <a:r>
              <a:rPr lang="en-US" dirty="0"/>
              <a:t>Conceptual Model</a:t>
            </a:r>
          </a:p>
          <a:p>
            <a:pPr lvl="1"/>
            <a:r>
              <a:rPr lang="en-US" dirty="0"/>
              <a:t>Global view (macro-level view) of entire database by the organization</a:t>
            </a:r>
          </a:p>
          <a:p>
            <a:pPr lvl="1"/>
            <a:r>
              <a:rPr lang="en-US" dirty="0"/>
              <a:t>Conceptual schema – identification &amp; high-level description of data objects</a:t>
            </a:r>
          </a:p>
          <a:p>
            <a:pPr lvl="1"/>
            <a:r>
              <a:rPr lang="en-US" dirty="0"/>
              <a:t>Logical design – creating a conceptual model</a:t>
            </a:r>
          </a:p>
          <a:p>
            <a:pPr lvl="1"/>
            <a:r>
              <a:rPr lang="en-US" dirty="0"/>
              <a:t>Represented by an ERD</a:t>
            </a:r>
          </a:p>
          <a:p>
            <a:pPr lvl="1"/>
            <a:r>
              <a:rPr lang="en-US" dirty="0"/>
              <a:t>Software and hardware independent</a:t>
            </a:r>
          </a:p>
          <a:p>
            <a:endParaRPr lang="en-US" dirty="0"/>
          </a:p>
          <a:p>
            <a:endParaRPr lang="en-US" dirty="0"/>
          </a:p>
        </p:txBody>
      </p:sp>
    </p:spTree>
    <p:extLst>
      <p:ext uri="{BB962C8B-B14F-4D97-AF65-F5344CB8AC3E}">
        <p14:creationId xmlns:p14="http://schemas.microsoft.com/office/powerpoint/2010/main" val="965379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055D1-428D-BD67-F779-3BF943EE4913}"/>
              </a:ext>
            </a:extLst>
          </p:cNvPr>
          <p:cNvSpPr>
            <a:spLocks noGrp="1"/>
          </p:cNvSpPr>
          <p:nvPr>
            <p:ph type="title"/>
          </p:nvPr>
        </p:nvSpPr>
        <p:spPr>
          <a:xfrm>
            <a:off x="838200" y="365125"/>
            <a:ext cx="10515600" cy="1325563"/>
          </a:xfrm>
        </p:spPr>
        <p:txBody>
          <a:bodyPr/>
          <a:lstStyle/>
          <a:p>
            <a:r>
              <a:rPr lang="en-US" dirty="0"/>
              <a:t>Degrees of Abstraction</a:t>
            </a:r>
          </a:p>
        </p:txBody>
      </p:sp>
      <p:sp>
        <p:nvSpPr>
          <p:cNvPr id="3" name="Content Placeholder 2">
            <a:extLst>
              <a:ext uri="{FF2B5EF4-FFF2-40B4-BE49-F238E27FC236}">
                <a16:creationId xmlns:a16="http://schemas.microsoft.com/office/drawing/2014/main" id="{DA065454-FA74-0BD1-C63A-14D4B78EFA36}"/>
              </a:ext>
            </a:extLst>
          </p:cNvPr>
          <p:cNvSpPr>
            <a:spLocks noGrp="1"/>
          </p:cNvSpPr>
          <p:nvPr>
            <p:ph idx="1"/>
          </p:nvPr>
        </p:nvSpPr>
        <p:spPr>
          <a:xfrm>
            <a:off x="838200" y="1825625"/>
            <a:ext cx="10515600" cy="4351338"/>
          </a:xfrm>
        </p:spPr>
        <p:txBody>
          <a:bodyPr/>
          <a:lstStyle/>
          <a:p>
            <a:r>
              <a:rPr lang="en-US" dirty="0"/>
              <a:t>External Model</a:t>
            </a:r>
          </a:p>
        </p:txBody>
      </p:sp>
      <p:pic>
        <p:nvPicPr>
          <p:cNvPr id="4" name="Picture 2" descr="In Figure 2.7, external schemas for two Tiny College business units are shown. &#10;The student registration schema shows the following relationship:&#10;Student; Enroll; Class; Course&#10;The class scheduling schema depicts the following relationship:&#10;Room; Class; Course; Professor &#10;&#10;">
            <a:extLst>
              <a:ext uri="{FF2B5EF4-FFF2-40B4-BE49-F238E27FC236}">
                <a16:creationId xmlns:a16="http://schemas.microsoft.com/office/drawing/2014/main" id="{13F367E7-B34B-7C40-6AFA-957AEDF947F4}"/>
              </a:ext>
            </a:extLst>
          </p:cNvPr>
          <p:cNvPicPr>
            <a:picLocks noChangeAspect="1" noChangeArrowheads="1"/>
          </p:cNvPicPr>
          <p:nvPr/>
        </p:nvPicPr>
        <p:blipFill rotWithShape="1">
          <a:blip r:embed="rId2" cstate="print"/>
          <a:srcRect l="8304" t="10196" r="62261" b="10588"/>
          <a:stretch/>
        </p:blipFill>
        <p:spPr bwMode="auto">
          <a:xfrm>
            <a:off x="8338022" y="1825626"/>
            <a:ext cx="3015778" cy="4351337"/>
          </a:xfrm>
          <a:prstGeom prst="rect">
            <a:avLst/>
          </a:prstGeom>
          <a:noFill/>
        </p:spPr>
      </p:pic>
      <p:pic>
        <p:nvPicPr>
          <p:cNvPr id="5" name="Picture 2" descr="In Figure 2.7, external schemas for two Tiny College business units are shown. &#10;The student registration schema shows the following relationship:&#10;Student; Enroll; Class; Course&#10;The class scheduling schema depicts the following relationship:&#10;Room; Class; Course; Professor &#10;&#10;">
            <a:extLst>
              <a:ext uri="{FF2B5EF4-FFF2-40B4-BE49-F238E27FC236}">
                <a16:creationId xmlns:a16="http://schemas.microsoft.com/office/drawing/2014/main" id="{66F8610E-B513-92C4-A2CD-7BC9BA769445}"/>
              </a:ext>
            </a:extLst>
          </p:cNvPr>
          <p:cNvPicPr>
            <a:picLocks noChangeAspect="1" noChangeArrowheads="1"/>
          </p:cNvPicPr>
          <p:nvPr/>
        </p:nvPicPr>
        <p:blipFill rotWithShape="1">
          <a:blip r:embed="rId2" cstate="print"/>
          <a:srcRect l="59921" t="10784" r="7175" b="10000"/>
          <a:stretch/>
        </p:blipFill>
        <p:spPr bwMode="auto">
          <a:xfrm>
            <a:off x="4903695" y="1825087"/>
            <a:ext cx="3371626" cy="4351875"/>
          </a:xfrm>
          <a:prstGeom prst="rect">
            <a:avLst/>
          </a:prstGeom>
          <a:noFill/>
        </p:spPr>
      </p:pic>
    </p:spTree>
    <p:extLst>
      <p:ext uri="{BB962C8B-B14F-4D97-AF65-F5344CB8AC3E}">
        <p14:creationId xmlns:p14="http://schemas.microsoft.com/office/powerpoint/2010/main" val="3878251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2E8A2-3588-3C5A-1DB7-71771BD8E884}"/>
              </a:ext>
            </a:extLst>
          </p:cNvPr>
          <p:cNvSpPr>
            <a:spLocks noGrp="1"/>
          </p:cNvSpPr>
          <p:nvPr>
            <p:ph type="title"/>
          </p:nvPr>
        </p:nvSpPr>
        <p:spPr/>
        <p:txBody>
          <a:bodyPr/>
          <a:lstStyle/>
          <a:p>
            <a:r>
              <a:rPr lang="en-US" dirty="0"/>
              <a:t>Degrees of Abstraction</a:t>
            </a:r>
          </a:p>
        </p:txBody>
      </p:sp>
      <p:sp>
        <p:nvSpPr>
          <p:cNvPr id="3" name="Content Placeholder 2">
            <a:extLst>
              <a:ext uri="{FF2B5EF4-FFF2-40B4-BE49-F238E27FC236}">
                <a16:creationId xmlns:a16="http://schemas.microsoft.com/office/drawing/2014/main" id="{A4C19B7B-48A1-0956-D936-407B499F7D59}"/>
              </a:ext>
            </a:extLst>
          </p:cNvPr>
          <p:cNvSpPr>
            <a:spLocks noGrp="1"/>
          </p:cNvSpPr>
          <p:nvPr>
            <p:ph idx="1"/>
          </p:nvPr>
        </p:nvSpPr>
        <p:spPr>
          <a:xfrm>
            <a:off x="838199" y="1825625"/>
            <a:ext cx="6634317" cy="4351338"/>
          </a:xfrm>
        </p:spPr>
        <p:txBody>
          <a:bodyPr>
            <a:normAutofit/>
          </a:bodyPr>
          <a:lstStyle/>
          <a:p>
            <a:r>
              <a:rPr lang="en-US" dirty="0"/>
              <a:t>Internal model</a:t>
            </a:r>
          </a:p>
          <a:p>
            <a:pPr lvl="1"/>
            <a:r>
              <a:rPr lang="en-US" dirty="0"/>
              <a:t>Maps the conceptual model to the DBMS internal schema representation</a:t>
            </a:r>
          </a:p>
          <a:p>
            <a:pPr lvl="1"/>
            <a:r>
              <a:rPr lang="en-US" dirty="0"/>
              <a:t>Internal schema</a:t>
            </a:r>
          </a:p>
          <a:p>
            <a:pPr lvl="2"/>
            <a:r>
              <a:rPr lang="en-US" dirty="0"/>
              <a:t>Specific representation of an internal model </a:t>
            </a:r>
          </a:p>
          <a:p>
            <a:pPr lvl="2"/>
            <a:r>
              <a:rPr lang="en-US" dirty="0"/>
              <a:t>Using constructs supported by the database</a:t>
            </a:r>
          </a:p>
          <a:p>
            <a:pPr lvl="1"/>
            <a:r>
              <a:rPr lang="en-US" dirty="0"/>
              <a:t>Logical independence – changing the internal model doesn’t affect the conceptional model</a:t>
            </a:r>
          </a:p>
          <a:p>
            <a:pPr lvl="1"/>
            <a:r>
              <a:rPr lang="en-US" dirty="0"/>
              <a:t>Hardware independent – unaffected by the type of hardware it is on</a:t>
            </a:r>
          </a:p>
          <a:p>
            <a:pPr lvl="1"/>
            <a:endParaRPr lang="en-US" dirty="0"/>
          </a:p>
          <a:p>
            <a:endParaRPr lang="en-US" dirty="0"/>
          </a:p>
        </p:txBody>
      </p:sp>
      <p:pic>
        <p:nvPicPr>
          <p:cNvPr id="4" name="Picture 2" descr="Figure 2.9 shows a simplified version of the internal model for the following relationship:&#10;Professor, Class, Room; Course&#10;&#10;">
            <a:extLst>
              <a:ext uri="{FF2B5EF4-FFF2-40B4-BE49-F238E27FC236}">
                <a16:creationId xmlns:a16="http://schemas.microsoft.com/office/drawing/2014/main" id="{B145FE93-45F5-FB06-56CC-8E14116230AA}"/>
              </a:ext>
            </a:extLst>
          </p:cNvPr>
          <p:cNvPicPr>
            <a:picLocks noChangeAspect="1" noChangeArrowheads="1"/>
          </p:cNvPicPr>
          <p:nvPr/>
        </p:nvPicPr>
        <p:blipFill rotWithShape="1">
          <a:blip r:embed="rId2" cstate="print"/>
          <a:srcRect l="4390" t="9219" r="3415" b="3907"/>
          <a:stretch/>
        </p:blipFill>
        <p:spPr bwMode="auto">
          <a:xfrm>
            <a:off x="7288306" y="1825625"/>
            <a:ext cx="4065494" cy="2989967"/>
          </a:xfrm>
          <a:prstGeom prst="rect">
            <a:avLst/>
          </a:prstGeom>
          <a:noFill/>
        </p:spPr>
      </p:pic>
    </p:spTree>
    <p:extLst>
      <p:ext uri="{BB962C8B-B14F-4D97-AF65-F5344CB8AC3E}">
        <p14:creationId xmlns:p14="http://schemas.microsoft.com/office/powerpoint/2010/main" val="3314412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B0B40-403A-2A7E-ACC8-2E96A6B43C89}"/>
              </a:ext>
            </a:extLst>
          </p:cNvPr>
          <p:cNvSpPr>
            <a:spLocks noGrp="1"/>
          </p:cNvSpPr>
          <p:nvPr>
            <p:ph type="title"/>
          </p:nvPr>
        </p:nvSpPr>
        <p:spPr>
          <a:xfrm>
            <a:off x="838200" y="365125"/>
            <a:ext cx="10515600" cy="1325563"/>
          </a:xfrm>
        </p:spPr>
        <p:txBody>
          <a:bodyPr/>
          <a:lstStyle/>
          <a:p>
            <a:r>
              <a:rPr lang="en-US" dirty="0"/>
              <a:t>Degrees of Abstraction</a:t>
            </a:r>
          </a:p>
        </p:txBody>
      </p:sp>
      <p:sp>
        <p:nvSpPr>
          <p:cNvPr id="3" name="Content Placeholder 2">
            <a:extLst>
              <a:ext uri="{FF2B5EF4-FFF2-40B4-BE49-F238E27FC236}">
                <a16:creationId xmlns:a16="http://schemas.microsoft.com/office/drawing/2014/main" id="{C4E42A2C-6EEB-6B63-1556-DFF8E8974ED2}"/>
              </a:ext>
            </a:extLst>
          </p:cNvPr>
          <p:cNvSpPr>
            <a:spLocks noGrp="1"/>
          </p:cNvSpPr>
          <p:nvPr>
            <p:ph idx="1"/>
          </p:nvPr>
        </p:nvSpPr>
        <p:spPr>
          <a:xfrm>
            <a:off x="838200" y="1825625"/>
            <a:ext cx="10515600" cy="4351338"/>
          </a:xfrm>
        </p:spPr>
        <p:txBody>
          <a:bodyPr/>
          <a:lstStyle/>
          <a:p>
            <a:r>
              <a:rPr lang="en-US" dirty="0"/>
              <a:t>Physical model</a:t>
            </a:r>
          </a:p>
          <a:p>
            <a:pPr lvl="1"/>
            <a:r>
              <a:rPr lang="en-US" dirty="0"/>
              <a:t>Lowest level of abstraction</a:t>
            </a:r>
          </a:p>
          <a:p>
            <a:pPr lvl="1"/>
            <a:r>
              <a:rPr lang="en-US" dirty="0"/>
              <a:t>Describes how data is saved on storage media</a:t>
            </a:r>
          </a:p>
          <a:p>
            <a:pPr lvl="1"/>
            <a:r>
              <a:rPr lang="en-US" dirty="0"/>
              <a:t>Requires the definition of physical storage and data access methods</a:t>
            </a:r>
          </a:p>
          <a:p>
            <a:pPr lvl="1"/>
            <a:r>
              <a:rPr lang="en-US" dirty="0"/>
              <a:t>Software and hardware dependent</a:t>
            </a:r>
          </a:p>
          <a:p>
            <a:endParaRPr lang="en-US" dirty="0"/>
          </a:p>
          <a:p>
            <a:endParaRPr lang="en-US" dirty="0"/>
          </a:p>
        </p:txBody>
      </p:sp>
    </p:spTree>
    <p:extLst>
      <p:ext uri="{BB962C8B-B14F-4D97-AF65-F5344CB8AC3E}">
        <p14:creationId xmlns:p14="http://schemas.microsoft.com/office/powerpoint/2010/main" val="2940114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B2AC8-8CA9-DE8F-B273-D36E7E5ECC89}"/>
              </a:ext>
            </a:extLst>
          </p:cNvPr>
          <p:cNvSpPr>
            <a:spLocks noGrp="1"/>
          </p:cNvSpPr>
          <p:nvPr>
            <p:ph type="title"/>
          </p:nvPr>
        </p:nvSpPr>
        <p:spPr/>
        <p:txBody>
          <a:bodyPr/>
          <a:lstStyle/>
          <a:p>
            <a:r>
              <a:rPr lang="en-US" dirty="0"/>
              <a:t>Basic Building Blocks</a:t>
            </a:r>
          </a:p>
        </p:txBody>
      </p:sp>
      <p:sp>
        <p:nvSpPr>
          <p:cNvPr id="3" name="Content Placeholder 2">
            <a:extLst>
              <a:ext uri="{FF2B5EF4-FFF2-40B4-BE49-F238E27FC236}">
                <a16:creationId xmlns:a16="http://schemas.microsoft.com/office/drawing/2014/main" id="{04BA3423-D9A4-8D81-3054-56EB476AFC25}"/>
              </a:ext>
            </a:extLst>
          </p:cNvPr>
          <p:cNvSpPr>
            <a:spLocks noGrp="1"/>
          </p:cNvSpPr>
          <p:nvPr>
            <p:ph idx="1"/>
          </p:nvPr>
        </p:nvSpPr>
        <p:spPr/>
        <p:txBody>
          <a:bodyPr>
            <a:normAutofit/>
          </a:bodyPr>
          <a:lstStyle/>
          <a:p>
            <a:r>
              <a:rPr lang="en-US" sz="2400" dirty="0"/>
              <a:t>Entity – person, place, thing, or event about which data will be collected and stored (think of a table)</a:t>
            </a:r>
          </a:p>
          <a:p>
            <a:r>
              <a:rPr lang="en-US" sz="2400" dirty="0"/>
              <a:t>Entity instance – one entity occurrence (think of a table row)</a:t>
            </a:r>
          </a:p>
          <a:p>
            <a:r>
              <a:rPr lang="en-US" sz="2400" dirty="0"/>
              <a:t>Attribute – characteristic of an entity (think of a table column)</a:t>
            </a:r>
          </a:p>
          <a:p>
            <a:pPr lvl="1"/>
            <a:r>
              <a:rPr lang="en-US" sz="2000" dirty="0"/>
              <a:t>Attribute domain – set of possible values for an attribute</a:t>
            </a:r>
          </a:p>
          <a:p>
            <a:r>
              <a:rPr lang="en-US" sz="2400" dirty="0"/>
              <a:t>Relationship – association among entities (think of a link among tables)</a:t>
            </a:r>
          </a:p>
          <a:p>
            <a:r>
              <a:rPr lang="en-US" sz="2400" dirty="0"/>
              <a:t>Constraint – restriction placed on data to ensure data integrity</a:t>
            </a:r>
          </a:p>
          <a:p>
            <a:endParaRPr lang="en-US" sz="2400" dirty="0"/>
          </a:p>
        </p:txBody>
      </p:sp>
    </p:spTree>
    <p:extLst>
      <p:ext uri="{BB962C8B-B14F-4D97-AF65-F5344CB8AC3E}">
        <p14:creationId xmlns:p14="http://schemas.microsoft.com/office/powerpoint/2010/main" val="3500349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4D64F-5D6C-F024-D765-42CC5CFC438F}"/>
              </a:ext>
            </a:extLst>
          </p:cNvPr>
          <p:cNvSpPr>
            <a:spLocks noGrp="1"/>
          </p:cNvSpPr>
          <p:nvPr>
            <p:ph type="title"/>
          </p:nvPr>
        </p:nvSpPr>
        <p:spPr/>
        <p:txBody>
          <a:bodyPr/>
          <a:lstStyle/>
          <a:p>
            <a:r>
              <a:rPr lang="en-US" dirty="0"/>
              <a:t>Relational Model</a:t>
            </a:r>
          </a:p>
        </p:txBody>
      </p:sp>
      <p:sp>
        <p:nvSpPr>
          <p:cNvPr id="3" name="Content Placeholder 2">
            <a:extLst>
              <a:ext uri="{FF2B5EF4-FFF2-40B4-BE49-F238E27FC236}">
                <a16:creationId xmlns:a16="http://schemas.microsoft.com/office/drawing/2014/main" id="{B4273FB8-DE93-4427-24DC-8B85F8BDC485}"/>
              </a:ext>
            </a:extLst>
          </p:cNvPr>
          <p:cNvSpPr>
            <a:spLocks noGrp="1"/>
          </p:cNvSpPr>
          <p:nvPr>
            <p:ph idx="1"/>
          </p:nvPr>
        </p:nvSpPr>
        <p:spPr/>
        <p:txBody>
          <a:bodyPr/>
          <a:lstStyle/>
          <a:p>
            <a:r>
              <a:rPr lang="en-US" dirty="0"/>
              <a:t>Relation – matrix composed of intersecting tuples and attributes</a:t>
            </a:r>
          </a:p>
          <a:p>
            <a:pPr lvl="1"/>
            <a:r>
              <a:rPr lang="en-US" dirty="0"/>
              <a:t>Relation – table or entity</a:t>
            </a:r>
          </a:p>
          <a:p>
            <a:pPr lvl="1"/>
            <a:r>
              <a:rPr lang="en-US" dirty="0"/>
              <a:t>Tuple – row, entity occurrence, or entity instance</a:t>
            </a:r>
          </a:p>
          <a:p>
            <a:pPr lvl="1"/>
            <a:r>
              <a:rPr lang="en-US" dirty="0"/>
              <a:t>Attribute – column or characteristic</a:t>
            </a:r>
          </a:p>
          <a:p>
            <a:r>
              <a:rPr lang="en-US" dirty="0"/>
              <a:t>Relationship - association among relations (connectivity)</a:t>
            </a:r>
          </a:p>
          <a:p>
            <a:pPr lvl="1"/>
            <a:r>
              <a:rPr lang="en-US" dirty="0"/>
              <a:t>One-to-many 	(1:M)</a:t>
            </a:r>
          </a:p>
          <a:p>
            <a:pPr lvl="1"/>
            <a:r>
              <a:rPr lang="en-US" dirty="0"/>
              <a:t>Many-to-many	(M:N) </a:t>
            </a:r>
          </a:p>
          <a:p>
            <a:pPr lvl="1"/>
            <a:r>
              <a:rPr lang="en-US" dirty="0"/>
              <a:t>One-to-one 	(1:1)</a:t>
            </a:r>
          </a:p>
          <a:p>
            <a:endParaRPr lang="en-US" dirty="0"/>
          </a:p>
        </p:txBody>
      </p:sp>
    </p:spTree>
    <p:extLst>
      <p:ext uri="{BB962C8B-B14F-4D97-AF65-F5344CB8AC3E}">
        <p14:creationId xmlns:p14="http://schemas.microsoft.com/office/powerpoint/2010/main" val="1271771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3CB7B-EBC9-7D7F-3E1A-2F106D493261}"/>
              </a:ext>
            </a:extLst>
          </p:cNvPr>
          <p:cNvSpPr>
            <a:spLocks noGrp="1"/>
          </p:cNvSpPr>
          <p:nvPr>
            <p:ph type="title"/>
          </p:nvPr>
        </p:nvSpPr>
        <p:spPr/>
        <p:txBody>
          <a:bodyPr/>
          <a:lstStyle/>
          <a:p>
            <a:r>
              <a:rPr lang="en-US" dirty="0"/>
              <a:t>Business Rules</a:t>
            </a:r>
          </a:p>
        </p:txBody>
      </p:sp>
      <p:sp>
        <p:nvSpPr>
          <p:cNvPr id="3" name="Content Placeholder 2">
            <a:extLst>
              <a:ext uri="{FF2B5EF4-FFF2-40B4-BE49-F238E27FC236}">
                <a16:creationId xmlns:a16="http://schemas.microsoft.com/office/drawing/2014/main" id="{CC5DC213-76B1-F2A8-89DC-579D76489BE0}"/>
              </a:ext>
            </a:extLst>
          </p:cNvPr>
          <p:cNvSpPr>
            <a:spLocks noGrp="1"/>
          </p:cNvSpPr>
          <p:nvPr>
            <p:ph idx="1"/>
          </p:nvPr>
        </p:nvSpPr>
        <p:spPr/>
        <p:txBody>
          <a:bodyPr>
            <a:normAutofit fontScale="92500" lnSpcReduction="10000"/>
          </a:bodyPr>
          <a:lstStyle/>
          <a:p>
            <a:r>
              <a:rPr lang="en-US" dirty="0"/>
              <a:t>Description of a policy, procedure, or principle</a:t>
            </a:r>
          </a:p>
          <a:p>
            <a:r>
              <a:rPr lang="en-US" dirty="0"/>
              <a:t>Brief, precise, and unambiguous </a:t>
            </a:r>
          </a:p>
          <a:p>
            <a:r>
              <a:rPr lang="en-US" dirty="0"/>
              <a:t>Create and enforce actions within that organization’s environment</a:t>
            </a:r>
          </a:p>
          <a:p>
            <a:r>
              <a:rPr lang="en-US" dirty="0"/>
              <a:t>Standardizes the company’s view of data</a:t>
            </a:r>
          </a:p>
          <a:p>
            <a:r>
              <a:rPr lang="en-US" dirty="0"/>
              <a:t>Facilitates communication between users and designers</a:t>
            </a:r>
          </a:p>
          <a:p>
            <a:r>
              <a:rPr lang="en-US" dirty="0"/>
              <a:t>Assists designers to</a:t>
            </a:r>
          </a:p>
          <a:p>
            <a:pPr lvl="1"/>
            <a:r>
              <a:rPr lang="en-US" dirty="0"/>
              <a:t>Understand the nature, role, scope of data, and business processes</a:t>
            </a:r>
          </a:p>
          <a:p>
            <a:pPr lvl="1"/>
            <a:r>
              <a:rPr lang="en-US" dirty="0"/>
              <a:t>Develop appropriate relationship participation rules and constraints</a:t>
            </a:r>
          </a:p>
          <a:p>
            <a:pPr lvl="1"/>
            <a:r>
              <a:rPr lang="en-US" dirty="0"/>
              <a:t>Create an accurate data model</a:t>
            </a:r>
          </a:p>
          <a:p>
            <a:r>
              <a:rPr lang="en-US" dirty="0"/>
              <a:t>Establishes entities, relationships, and constraints, and processes</a:t>
            </a:r>
          </a:p>
          <a:p>
            <a:endParaRPr lang="en-US" dirty="0"/>
          </a:p>
        </p:txBody>
      </p:sp>
    </p:spTree>
    <p:extLst>
      <p:ext uri="{BB962C8B-B14F-4D97-AF65-F5344CB8AC3E}">
        <p14:creationId xmlns:p14="http://schemas.microsoft.com/office/powerpoint/2010/main" val="1100036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8E513-09EC-9BEB-C54C-3252D13BCC5E}"/>
              </a:ext>
            </a:extLst>
          </p:cNvPr>
          <p:cNvSpPr>
            <a:spLocks noGrp="1"/>
          </p:cNvSpPr>
          <p:nvPr>
            <p:ph type="title"/>
          </p:nvPr>
        </p:nvSpPr>
        <p:spPr/>
        <p:txBody>
          <a:bodyPr/>
          <a:lstStyle/>
          <a:p>
            <a:r>
              <a:rPr lang="en-US" dirty="0"/>
              <a:t>Business Rules</a:t>
            </a:r>
          </a:p>
        </p:txBody>
      </p:sp>
      <p:sp>
        <p:nvSpPr>
          <p:cNvPr id="3" name="Content Placeholder 2">
            <a:extLst>
              <a:ext uri="{FF2B5EF4-FFF2-40B4-BE49-F238E27FC236}">
                <a16:creationId xmlns:a16="http://schemas.microsoft.com/office/drawing/2014/main" id="{5EA93915-52FF-9DC9-DA49-507DD3E3630F}"/>
              </a:ext>
            </a:extLst>
          </p:cNvPr>
          <p:cNvSpPr>
            <a:spLocks noGrp="1"/>
          </p:cNvSpPr>
          <p:nvPr>
            <p:ph idx="1"/>
          </p:nvPr>
        </p:nvSpPr>
        <p:spPr/>
        <p:txBody>
          <a:bodyPr>
            <a:normAutofit/>
          </a:bodyPr>
          <a:lstStyle/>
          <a:p>
            <a:r>
              <a:rPr lang="en-US" dirty="0"/>
              <a:t>Translating business rules into data model components</a:t>
            </a:r>
          </a:p>
          <a:p>
            <a:pPr lvl="1"/>
            <a:r>
              <a:rPr lang="en-US" dirty="0"/>
              <a:t>Nouns </a:t>
            </a:r>
            <a:r>
              <a:rPr lang="en-US" dirty="0">
                <a:sym typeface="Wingdings" panose="05000000000000000000" pitchFamily="2" charset="2"/>
              </a:rPr>
              <a:t> </a:t>
            </a:r>
            <a:r>
              <a:rPr lang="en-US" dirty="0"/>
              <a:t>entities</a:t>
            </a:r>
          </a:p>
          <a:p>
            <a:pPr lvl="1"/>
            <a:r>
              <a:rPr lang="en-US" dirty="0"/>
              <a:t>Verbs </a:t>
            </a:r>
            <a:r>
              <a:rPr lang="en-US" dirty="0">
                <a:sym typeface="Wingdings" panose="05000000000000000000" pitchFamily="2" charset="2"/>
              </a:rPr>
              <a:t> </a:t>
            </a:r>
            <a:r>
              <a:rPr lang="en-US" dirty="0"/>
              <a:t>relationships between entities</a:t>
            </a:r>
          </a:p>
          <a:p>
            <a:pPr lvl="1"/>
            <a:r>
              <a:rPr lang="en-US" dirty="0"/>
              <a:t>Adjectives of the relationship </a:t>
            </a:r>
            <a:r>
              <a:rPr lang="en-US" dirty="0">
                <a:sym typeface="Wingdings" panose="05000000000000000000" pitchFamily="2" charset="2"/>
              </a:rPr>
              <a:t> relationship type and cardinality</a:t>
            </a:r>
            <a:endParaRPr lang="en-US" dirty="0"/>
          </a:p>
          <a:p>
            <a:pPr lvl="1"/>
            <a:r>
              <a:rPr lang="en-US" dirty="0"/>
              <a:t>Characteristics of a noun </a:t>
            </a:r>
            <a:r>
              <a:rPr lang="en-US" dirty="0">
                <a:sym typeface="Wingdings" panose="05000000000000000000" pitchFamily="2" charset="2"/>
              </a:rPr>
              <a:t> </a:t>
            </a:r>
            <a:r>
              <a:rPr lang="en-US" dirty="0"/>
              <a:t>entity attributes</a:t>
            </a:r>
          </a:p>
          <a:p>
            <a:pPr lvl="1"/>
            <a:r>
              <a:rPr lang="en-US" dirty="0"/>
              <a:t>Descriptions of a characteristic </a:t>
            </a:r>
            <a:r>
              <a:rPr lang="en-US" dirty="0">
                <a:sym typeface="Wingdings" panose="05000000000000000000" pitchFamily="2" charset="2"/>
              </a:rPr>
              <a:t> </a:t>
            </a:r>
            <a:r>
              <a:rPr lang="en-US" dirty="0"/>
              <a:t>attribute constraints and domains</a:t>
            </a:r>
          </a:p>
          <a:p>
            <a:pPr lvl="1"/>
            <a:r>
              <a:rPr lang="en-US" dirty="0"/>
              <a:t>Descriptions of events that occur involving entities </a:t>
            </a:r>
            <a:r>
              <a:rPr lang="en-US" dirty="0">
                <a:sym typeface="Wingdings" panose="05000000000000000000" pitchFamily="2" charset="2"/>
              </a:rPr>
              <a:t> </a:t>
            </a:r>
            <a:r>
              <a:rPr lang="en-US" dirty="0"/>
              <a:t>process</a:t>
            </a:r>
          </a:p>
          <a:p>
            <a:pPr lvl="1"/>
            <a:r>
              <a:rPr lang="en-US" dirty="0"/>
              <a:t>Descriptions of events that occur involving the DBMS </a:t>
            </a:r>
            <a:r>
              <a:rPr lang="en-US" dirty="0">
                <a:sym typeface="Wingdings" panose="05000000000000000000" pitchFamily="2" charset="2"/>
              </a:rPr>
              <a:t></a:t>
            </a:r>
            <a:r>
              <a:rPr lang="en-US" dirty="0"/>
              <a:t> process</a:t>
            </a:r>
          </a:p>
          <a:p>
            <a:r>
              <a:rPr lang="en-US" dirty="0"/>
              <a:t>Note: Need to think carefully about the context to understand how to use the business rule in designing</a:t>
            </a:r>
          </a:p>
          <a:p>
            <a:pPr lvl="1"/>
            <a:endParaRPr lang="en-US" dirty="0"/>
          </a:p>
        </p:txBody>
      </p:sp>
    </p:spTree>
    <p:extLst>
      <p:ext uri="{BB962C8B-B14F-4D97-AF65-F5344CB8AC3E}">
        <p14:creationId xmlns:p14="http://schemas.microsoft.com/office/powerpoint/2010/main" val="1127995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BB119-F4FA-4DFF-38CE-9B921F4AE3E4}"/>
              </a:ext>
            </a:extLst>
          </p:cNvPr>
          <p:cNvSpPr>
            <a:spLocks noGrp="1"/>
          </p:cNvSpPr>
          <p:nvPr>
            <p:ph type="title"/>
          </p:nvPr>
        </p:nvSpPr>
        <p:spPr/>
        <p:txBody>
          <a:bodyPr/>
          <a:lstStyle/>
          <a:p>
            <a:r>
              <a:rPr lang="en-US" dirty="0"/>
              <a:t>Business Rules Examples</a:t>
            </a:r>
          </a:p>
        </p:txBody>
      </p:sp>
      <p:sp>
        <p:nvSpPr>
          <p:cNvPr id="3" name="Content Placeholder 2">
            <a:extLst>
              <a:ext uri="{FF2B5EF4-FFF2-40B4-BE49-F238E27FC236}">
                <a16:creationId xmlns:a16="http://schemas.microsoft.com/office/drawing/2014/main" id="{1393011C-54C7-6120-BD9E-28252D86F00C}"/>
              </a:ext>
            </a:extLst>
          </p:cNvPr>
          <p:cNvSpPr>
            <a:spLocks noGrp="1"/>
          </p:cNvSpPr>
          <p:nvPr>
            <p:ph idx="1"/>
          </p:nvPr>
        </p:nvSpPr>
        <p:spPr/>
        <p:txBody>
          <a:bodyPr>
            <a:normAutofit fontScale="92500"/>
          </a:bodyPr>
          <a:lstStyle/>
          <a:p>
            <a:r>
              <a:rPr lang="en-US" dirty="0"/>
              <a:t>A customer may generate many invoices.</a:t>
            </a:r>
          </a:p>
          <a:p>
            <a:pPr lvl="1"/>
            <a:r>
              <a:rPr lang="en-US" dirty="0"/>
              <a:t>Customer and invoice are entities</a:t>
            </a:r>
          </a:p>
          <a:p>
            <a:pPr lvl="1"/>
            <a:r>
              <a:rPr lang="en-US" dirty="0"/>
              <a:t>Generate is the relationship</a:t>
            </a:r>
          </a:p>
          <a:p>
            <a:pPr lvl="1"/>
            <a:r>
              <a:rPr lang="en-US" dirty="0"/>
              <a:t>May generate many – 1:M (technically 0:M)</a:t>
            </a:r>
          </a:p>
          <a:p>
            <a:r>
              <a:rPr lang="en-US" dirty="0"/>
              <a:t>An invoice is generated by only one customer.</a:t>
            </a:r>
          </a:p>
          <a:p>
            <a:pPr lvl="1"/>
            <a:r>
              <a:rPr lang="en-US" dirty="0"/>
              <a:t>Invoice and customer are entities</a:t>
            </a:r>
          </a:p>
          <a:p>
            <a:pPr lvl="1"/>
            <a:r>
              <a:rPr lang="en-US" dirty="0"/>
              <a:t>An invoice generated by only one – 1:1</a:t>
            </a:r>
          </a:p>
          <a:p>
            <a:r>
              <a:rPr lang="en-US" dirty="0"/>
              <a:t>A customer has an ID of nine digits, first name, last name, phone number.</a:t>
            </a:r>
          </a:p>
          <a:p>
            <a:pPr lvl="1"/>
            <a:r>
              <a:rPr lang="en-US" dirty="0"/>
              <a:t>ID, first name, last name, phone number are entity attributes</a:t>
            </a:r>
          </a:p>
          <a:p>
            <a:pPr lvl="1"/>
            <a:r>
              <a:rPr lang="en-US" dirty="0"/>
              <a:t>ID attribute domain is a value between 100000000 to 999999999</a:t>
            </a:r>
          </a:p>
          <a:p>
            <a:pPr lvl="1"/>
            <a:r>
              <a:rPr lang="en-US" dirty="0"/>
              <a:t>Others may be implied by or need clarification, e.g., name and phone number</a:t>
            </a:r>
          </a:p>
        </p:txBody>
      </p:sp>
    </p:spTree>
    <p:extLst>
      <p:ext uri="{BB962C8B-B14F-4D97-AF65-F5344CB8AC3E}">
        <p14:creationId xmlns:p14="http://schemas.microsoft.com/office/powerpoint/2010/main" val="2070357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ABCD0-33FE-062D-4EF4-97A9BCFAF811}"/>
              </a:ext>
            </a:extLst>
          </p:cNvPr>
          <p:cNvSpPr>
            <a:spLocks noGrp="1"/>
          </p:cNvSpPr>
          <p:nvPr>
            <p:ph type="title"/>
          </p:nvPr>
        </p:nvSpPr>
        <p:spPr/>
        <p:txBody>
          <a:bodyPr/>
          <a:lstStyle/>
          <a:p>
            <a:r>
              <a:rPr lang="en-US" dirty="0"/>
              <a:t>Business Rules Examples</a:t>
            </a:r>
          </a:p>
        </p:txBody>
      </p:sp>
      <p:sp>
        <p:nvSpPr>
          <p:cNvPr id="3" name="Content Placeholder 2">
            <a:extLst>
              <a:ext uri="{FF2B5EF4-FFF2-40B4-BE49-F238E27FC236}">
                <a16:creationId xmlns:a16="http://schemas.microsoft.com/office/drawing/2014/main" id="{6F57C66F-C886-54DF-974A-36B5521BC430}"/>
              </a:ext>
            </a:extLst>
          </p:cNvPr>
          <p:cNvSpPr>
            <a:spLocks noGrp="1"/>
          </p:cNvSpPr>
          <p:nvPr>
            <p:ph idx="1"/>
          </p:nvPr>
        </p:nvSpPr>
        <p:spPr/>
        <p:txBody>
          <a:bodyPr/>
          <a:lstStyle/>
          <a:p>
            <a:r>
              <a:rPr lang="en-US" dirty="0"/>
              <a:t>A painter paints many paintings.</a:t>
            </a:r>
          </a:p>
          <a:p>
            <a:r>
              <a:rPr lang="en-US" dirty="0"/>
              <a:t>Each painting is painted by one painter.</a:t>
            </a:r>
          </a:p>
          <a:p>
            <a:endParaRPr lang="en-US" dirty="0"/>
          </a:p>
          <a:p>
            <a:r>
              <a:rPr lang="en-US" dirty="0"/>
              <a:t>An employee learns many skills.</a:t>
            </a:r>
          </a:p>
          <a:p>
            <a:r>
              <a:rPr lang="en-US" dirty="0"/>
              <a:t>Each skill can be learned by many employees.</a:t>
            </a:r>
          </a:p>
          <a:p>
            <a:endParaRPr lang="en-US" dirty="0"/>
          </a:p>
          <a:p>
            <a:r>
              <a:rPr lang="en-US" dirty="0"/>
              <a:t>An employee manages one store.</a:t>
            </a:r>
          </a:p>
          <a:p>
            <a:r>
              <a:rPr lang="en-US" dirty="0"/>
              <a:t>Each store is managed by one employee.</a:t>
            </a:r>
          </a:p>
          <a:p>
            <a:pPr marL="0" indent="0">
              <a:buNone/>
            </a:pPr>
            <a:endParaRPr lang="en-US" dirty="0"/>
          </a:p>
        </p:txBody>
      </p:sp>
      <p:pic>
        <p:nvPicPr>
          <p:cNvPr id="4" name="Picture 3" descr="In Figure 2.3, symbols are used to show ER model relationship differences between Chen, Crow's Foot, and UML notation using: &#10;Painters, paints/painted by, painting&#10;Employee, learns/learned by, skill&#10;Employee, manages/managed by, store&#10;&#10;Refer to text for relationship descriptions.">
            <a:extLst>
              <a:ext uri="{FF2B5EF4-FFF2-40B4-BE49-F238E27FC236}">
                <a16:creationId xmlns:a16="http://schemas.microsoft.com/office/drawing/2014/main" id="{5F5E5CB4-CFB8-813F-ADBE-0AEB35A1B60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8429" t="27528" r="35392" b="56702"/>
          <a:stretch/>
        </p:blipFill>
        <p:spPr>
          <a:xfrm>
            <a:off x="8339494" y="1825624"/>
            <a:ext cx="3014306" cy="1069976"/>
          </a:xfrm>
          <a:prstGeom prst="rect">
            <a:avLst/>
          </a:prstGeom>
        </p:spPr>
      </p:pic>
      <p:pic>
        <p:nvPicPr>
          <p:cNvPr id="5" name="Picture 4" descr="In Figure 2.3, symbols are used to show ER model relationship differences between Chen, Crow's Foot, and UML notation using: &#10;Painters, paints/painted by, painting&#10;Employee, learns/learned by, skill&#10;Employee, manages/managed by, store&#10;&#10;Refer to text for relationship descriptions.">
            <a:extLst>
              <a:ext uri="{FF2B5EF4-FFF2-40B4-BE49-F238E27FC236}">
                <a16:creationId xmlns:a16="http://schemas.microsoft.com/office/drawing/2014/main" id="{6B52600B-54B0-9C48-AA6C-6E5E6E95E24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8429" t="76124" r="35392" b="8340"/>
          <a:stretch/>
        </p:blipFill>
        <p:spPr>
          <a:xfrm>
            <a:off x="8339494" y="5122864"/>
            <a:ext cx="3014306" cy="1054099"/>
          </a:xfrm>
          <a:prstGeom prst="rect">
            <a:avLst/>
          </a:prstGeom>
        </p:spPr>
      </p:pic>
      <p:pic>
        <p:nvPicPr>
          <p:cNvPr id="6" name="Picture 5" descr="In Figure 2.3, symbols are used to show ER model relationship differences between Chen, Crow's Foot, and UML notation using: &#10;Painters, paints/painted by, painting&#10;Employee, learns/learned by, skill&#10;Employee, manages/managed by, store&#10;&#10;Refer to text for relationship descriptions.">
            <a:extLst>
              <a:ext uri="{FF2B5EF4-FFF2-40B4-BE49-F238E27FC236}">
                <a16:creationId xmlns:a16="http://schemas.microsoft.com/office/drawing/2014/main" id="{999DB113-5A5C-7954-A4DA-0EA49EFAA37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8429" t="52170" r="35392" b="31995"/>
          <a:stretch/>
        </p:blipFill>
        <p:spPr>
          <a:xfrm>
            <a:off x="8339494" y="3461861"/>
            <a:ext cx="3014306" cy="1074420"/>
          </a:xfrm>
          <a:prstGeom prst="rect">
            <a:avLst/>
          </a:prstGeom>
        </p:spPr>
      </p:pic>
    </p:spTree>
    <p:extLst>
      <p:ext uri="{BB962C8B-B14F-4D97-AF65-F5344CB8AC3E}">
        <p14:creationId xmlns:p14="http://schemas.microsoft.com/office/powerpoint/2010/main" val="27347554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9B0E2-58B1-25D2-8006-BDDD4CA2CD72}"/>
              </a:ext>
            </a:extLst>
          </p:cNvPr>
          <p:cNvSpPr>
            <a:spLocks noGrp="1"/>
          </p:cNvSpPr>
          <p:nvPr>
            <p:ph type="title"/>
          </p:nvPr>
        </p:nvSpPr>
        <p:spPr/>
        <p:txBody>
          <a:bodyPr/>
          <a:lstStyle/>
          <a:p>
            <a:r>
              <a:rPr lang="en-US" dirty="0"/>
              <a:t>Business Rules Examples</a:t>
            </a:r>
          </a:p>
        </p:txBody>
      </p:sp>
      <p:sp>
        <p:nvSpPr>
          <p:cNvPr id="3" name="Content Placeholder 2">
            <a:extLst>
              <a:ext uri="{FF2B5EF4-FFF2-40B4-BE49-F238E27FC236}">
                <a16:creationId xmlns:a16="http://schemas.microsoft.com/office/drawing/2014/main" id="{EE5562F1-394B-DB27-CBD2-95BBD43499C5}"/>
              </a:ext>
            </a:extLst>
          </p:cNvPr>
          <p:cNvSpPr>
            <a:spLocks noGrp="1"/>
          </p:cNvSpPr>
          <p:nvPr>
            <p:ph idx="1"/>
          </p:nvPr>
        </p:nvSpPr>
        <p:spPr/>
        <p:txBody>
          <a:bodyPr/>
          <a:lstStyle/>
          <a:p>
            <a:r>
              <a:rPr lang="en-US" dirty="0"/>
              <a:t>A transfer subtracts money from one account and adds it to one other</a:t>
            </a:r>
          </a:p>
          <a:p>
            <a:pPr lvl="1"/>
            <a:r>
              <a:rPr lang="en-US" dirty="0"/>
              <a:t>Process that updates two different accounts, leaving them in balance</a:t>
            </a:r>
          </a:p>
          <a:p>
            <a:endParaRPr lang="en-US" dirty="0"/>
          </a:p>
          <a:p>
            <a:r>
              <a:rPr lang="en-US" dirty="0"/>
              <a:t>The maintenance schedule is every Saturday beginning at 6 am CST</a:t>
            </a:r>
          </a:p>
          <a:p>
            <a:pPr lvl="1"/>
            <a:r>
              <a:rPr lang="en-US" dirty="0"/>
              <a:t>Process that entails some type of maintenance to the system</a:t>
            </a:r>
          </a:p>
          <a:p>
            <a:pPr lvl="1"/>
            <a:r>
              <a:rPr lang="en-US" dirty="0"/>
              <a:t>Constrains the maintenance to start on Saturday morning</a:t>
            </a:r>
          </a:p>
          <a:p>
            <a:pPr marL="457200" lvl="1" indent="0">
              <a:buNone/>
            </a:pPr>
            <a:endParaRPr lang="en-US" dirty="0"/>
          </a:p>
          <a:p>
            <a:r>
              <a:rPr lang="en-US" dirty="0"/>
              <a:t>Note: There are often hidden constraints and vagueness that need defining, questions that need answers, and details that are missing.</a:t>
            </a:r>
          </a:p>
          <a:p>
            <a:endParaRPr lang="en-US" dirty="0"/>
          </a:p>
        </p:txBody>
      </p:sp>
    </p:spTree>
    <p:extLst>
      <p:ext uri="{BB962C8B-B14F-4D97-AF65-F5344CB8AC3E}">
        <p14:creationId xmlns:p14="http://schemas.microsoft.com/office/powerpoint/2010/main" val="2558422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838EB-6982-0267-039F-D1EE755DD0FD}"/>
              </a:ext>
            </a:extLst>
          </p:cNvPr>
          <p:cNvSpPr>
            <a:spLocks noGrp="1"/>
          </p:cNvSpPr>
          <p:nvPr>
            <p:ph type="title"/>
          </p:nvPr>
        </p:nvSpPr>
        <p:spPr/>
        <p:txBody>
          <a:bodyPr/>
          <a:lstStyle/>
          <a:p>
            <a:r>
              <a:rPr lang="en-US" dirty="0"/>
              <a:t>Business Rules Naming Conventions</a:t>
            </a:r>
          </a:p>
        </p:txBody>
      </p:sp>
      <p:sp>
        <p:nvSpPr>
          <p:cNvPr id="3" name="Content Placeholder 2">
            <a:extLst>
              <a:ext uri="{FF2B5EF4-FFF2-40B4-BE49-F238E27FC236}">
                <a16:creationId xmlns:a16="http://schemas.microsoft.com/office/drawing/2014/main" id="{E387F394-35DA-1D50-F046-EBC25449E202}"/>
              </a:ext>
            </a:extLst>
          </p:cNvPr>
          <p:cNvSpPr>
            <a:spLocks noGrp="1"/>
          </p:cNvSpPr>
          <p:nvPr>
            <p:ph idx="1"/>
          </p:nvPr>
        </p:nvSpPr>
        <p:spPr/>
        <p:txBody>
          <a:bodyPr>
            <a:normAutofit/>
          </a:bodyPr>
          <a:lstStyle/>
          <a:p>
            <a:r>
              <a:rPr lang="en-US" dirty="0"/>
              <a:t>Proper naming is important</a:t>
            </a:r>
          </a:p>
          <a:p>
            <a:pPr lvl="1"/>
            <a:r>
              <a:rPr lang="en-US" dirty="0"/>
              <a:t>Facilitates communication between parties</a:t>
            </a:r>
          </a:p>
          <a:p>
            <a:pPr lvl="1"/>
            <a:r>
              <a:rPr lang="en-US" dirty="0"/>
              <a:t>Promotes self-documentation</a:t>
            </a:r>
          </a:p>
          <a:p>
            <a:pPr lvl="1"/>
            <a:r>
              <a:rPr lang="en-US" dirty="0"/>
              <a:t>Be descriptive of the item</a:t>
            </a:r>
          </a:p>
          <a:p>
            <a:pPr lvl="1"/>
            <a:r>
              <a:rPr lang="en-US" dirty="0"/>
              <a:t>Use terminology familiar to the users</a:t>
            </a:r>
          </a:p>
          <a:p>
            <a:pPr lvl="1"/>
            <a:endParaRPr lang="en-US" dirty="0"/>
          </a:p>
          <a:p>
            <a:r>
              <a:rPr lang="en-US" dirty="0"/>
              <a:t>It does not matter what you think something should be named because you must match what the organization uses.</a:t>
            </a:r>
          </a:p>
        </p:txBody>
      </p:sp>
    </p:spTree>
    <p:extLst>
      <p:ext uri="{BB962C8B-B14F-4D97-AF65-F5344CB8AC3E}">
        <p14:creationId xmlns:p14="http://schemas.microsoft.com/office/powerpoint/2010/main" val="365877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E717A-903B-CC6C-7A65-D6EDDFF095EC}"/>
              </a:ext>
            </a:extLst>
          </p:cNvPr>
          <p:cNvSpPr>
            <a:spLocks noGrp="1"/>
          </p:cNvSpPr>
          <p:nvPr>
            <p:ph type="title"/>
          </p:nvPr>
        </p:nvSpPr>
        <p:spPr/>
        <p:txBody>
          <a:bodyPr/>
          <a:lstStyle/>
          <a:p>
            <a:r>
              <a:rPr lang="en-US" dirty="0"/>
              <a:t>Business Rules – Writing Examples</a:t>
            </a:r>
          </a:p>
        </p:txBody>
      </p:sp>
      <p:sp>
        <p:nvSpPr>
          <p:cNvPr id="3" name="Content Placeholder 2">
            <a:extLst>
              <a:ext uri="{FF2B5EF4-FFF2-40B4-BE49-F238E27FC236}">
                <a16:creationId xmlns:a16="http://schemas.microsoft.com/office/drawing/2014/main" id="{F62E0B19-99BA-9272-C31D-9DF50AE30FED}"/>
              </a:ext>
            </a:extLst>
          </p:cNvPr>
          <p:cNvSpPr>
            <a:spLocks noGrp="1"/>
          </p:cNvSpPr>
          <p:nvPr>
            <p:ph idx="1"/>
          </p:nvPr>
        </p:nvSpPr>
        <p:spPr/>
        <p:txBody>
          <a:bodyPr/>
          <a:lstStyle/>
          <a:p>
            <a:r>
              <a:rPr lang="en-US" dirty="0"/>
              <a:t>Write the business rules that govern the relationship between an agent and a customer.</a:t>
            </a:r>
          </a:p>
        </p:txBody>
      </p:sp>
      <p:pic>
        <p:nvPicPr>
          <p:cNvPr id="4" name="Picture 3" descr="A screenshot of a document&#10;&#10;Description automatically generated">
            <a:extLst>
              <a:ext uri="{FF2B5EF4-FFF2-40B4-BE49-F238E27FC236}">
                <a16:creationId xmlns:a16="http://schemas.microsoft.com/office/drawing/2014/main" id="{339CBF10-3490-46EC-2FC9-5AF9CF8954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5381" y="2859243"/>
            <a:ext cx="7721237" cy="3317720"/>
          </a:xfrm>
          <a:prstGeom prst="rect">
            <a:avLst/>
          </a:prstGeom>
        </p:spPr>
      </p:pic>
    </p:spTree>
    <p:extLst>
      <p:ext uri="{BB962C8B-B14F-4D97-AF65-F5344CB8AC3E}">
        <p14:creationId xmlns:p14="http://schemas.microsoft.com/office/powerpoint/2010/main" val="39729018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752C0-D70D-5CE9-3C98-B4DEFE34C2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574D6A-F47C-2990-D800-41E46A7C1CA7}"/>
              </a:ext>
            </a:extLst>
          </p:cNvPr>
          <p:cNvSpPr>
            <a:spLocks noGrp="1"/>
          </p:cNvSpPr>
          <p:nvPr>
            <p:ph type="title"/>
          </p:nvPr>
        </p:nvSpPr>
        <p:spPr/>
        <p:txBody>
          <a:bodyPr/>
          <a:lstStyle/>
          <a:p>
            <a:r>
              <a:rPr lang="en-US" dirty="0"/>
              <a:t>Business Rules – Writing Examples</a:t>
            </a:r>
          </a:p>
        </p:txBody>
      </p:sp>
      <p:sp>
        <p:nvSpPr>
          <p:cNvPr id="3" name="Content Placeholder 2">
            <a:extLst>
              <a:ext uri="{FF2B5EF4-FFF2-40B4-BE49-F238E27FC236}">
                <a16:creationId xmlns:a16="http://schemas.microsoft.com/office/drawing/2014/main" id="{F02D4B56-4764-3B72-5D6D-5A4B27406CAC}"/>
              </a:ext>
            </a:extLst>
          </p:cNvPr>
          <p:cNvSpPr>
            <a:spLocks noGrp="1"/>
          </p:cNvSpPr>
          <p:nvPr>
            <p:ph idx="1"/>
          </p:nvPr>
        </p:nvSpPr>
        <p:spPr/>
        <p:txBody>
          <a:bodyPr/>
          <a:lstStyle/>
          <a:p>
            <a:r>
              <a:rPr lang="en-US" dirty="0"/>
              <a:t>One agent can have many customers.</a:t>
            </a:r>
          </a:p>
          <a:p>
            <a:r>
              <a:rPr lang="en-US" dirty="0"/>
              <a:t>Each customer has only one agent.</a:t>
            </a:r>
          </a:p>
        </p:txBody>
      </p:sp>
      <p:pic>
        <p:nvPicPr>
          <p:cNvPr id="4" name="Picture 3" descr="A screenshot of a document&#10;&#10;Description automatically generated">
            <a:extLst>
              <a:ext uri="{FF2B5EF4-FFF2-40B4-BE49-F238E27FC236}">
                <a16:creationId xmlns:a16="http://schemas.microsoft.com/office/drawing/2014/main" id="{1F0A06B3-8106-57C8-9E76-1B53079919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5381" y="2859243"/>
            <a:ext cx="7721237" cy="3317720"/>
          </a:xfrm>
          <a:prstGeom prst="rect">
            <a:avLst/>
          </a:prstGeom>
        </p:spPr>
      </p:pic>
    </p:spTree>
    <p:extLst>
      <p:ext uri="{BB962C8B-B14F-4D97-AF65-F5344CB8AC3E}">
        <p14:creationId xmlns:p14="http://schemas.microsoft.com/office/powerpoint/2010/main" val="3299351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9EBDE-9AE3-FF59-1985-67E026770D4B}"/>
              </a:ext>
            </a:extLst>
          </p:cNvPr>
          <p:cNvSpPr>
            <a:spLocks noGrp="1"/>
          </p:cNvSpPr>
          <p:nvPr>
            <p:ph type="title"/>
          </p:nvPr>
        </p:nvSpPr>
        <p:spPr/>
        <p:txBody>
          <a:bodyPr/>
          <a:lstStyle/>
          <a:p>
            <a:r>
              <a:rPr lang="en-US" dirty="0"/>
              <a:t>Business Rules – Writing Examples</a:t>
            </a:r>
          </a:p>
        </p:txBody>
      </p:sp>
      <p:sp>
        <p:nvSpPr>
          <p:cNvPr id="3" name="Content Placeholder 2">
            <a:extLst>
              <a:ext uri="{FF2B5EF4-FFF2-40B4-BE49-F238E27FC236}">
                <a16:creationId xmlns:a16="http://schemas.microsoft.com/office/drawing/2014/main" id="{58EE1828-6BD2-6391-20A8-C949683FD580}"/>
              </a:ext>
            </a:extLst>
          </p:cNvPr>
          <p:cNvSpPr>
            <a:spLocks noGrp="1"/>
          </p:cNvSpPr>
          <p:nvPr>
            <p:ph idx="1"/>
          </p:nvPr>
        </p:nvSpPr>
        <p:spPr>
          <a:xfrm>
            <a:off x="838200" y="1825625"/>
            <a:ext cx="10515600" cy="4351338"/>
          </a:xfrm>
        </p:spPr>
        <p:txBody>
          <a:bodyPr>
            <a:normAutofit fontScale="92500" lnSpcReduction="10000"/>
          </a:bodyPr>
          <a:lstStyle/>
          <a:p>
            <a:r>
              <a:rPr lang="en-US" dirty="0"/>
              <a:t>An agent has a numeric code, last name, first name, middle name initial, and a phone number with area code.</a:t>
            </a:r>
          </a:p>
          <a:p>
            <a:r>
              <a:rPr lang="en-US" dirty="0"/>
              <a:t>Agent code is a three-digit integer. (</a:t>
            </a:r>
            <a:r>
              <a:rPr lang="en-US" i="1" dirty="0"/>
              <a:t>right justify suggests number</a:t>
            </a:r>
            <a:r>
              <a:rPr lang="en-US" dirty="0"/>
              <a:t>)</a:t>
            </a:r>
          </a:p>
          <a:p>
            <a:r>
              <a:rPr lang="en-US" dirty="0"/>
              <a:t>Name are strings of variable length with unknown length limit.</a:t>
            </a:r>
          </a:p>
          <a:p>
            <a:r>
              <a:rPr lang="en-US" dirty="0"/>
              <a:t>Middle name initial is one character.</a:t>
            </a:r>
          </a:p>
          <a:p>
            <a:r>
              <a:rPr lang="en-US" dirty="0"/>
              <a:t>Area code is a three-digit string without parentheses. (</a:t>
            </a:r>
            <a:r>
              <a:rPr lang="en-US" i="1" dirty="0"/>
              <a:t>left justify</a:t>
            </a:r>
            <a:r>
              <a:rPr lang="en-US" dirty="0"/>
              <a:t>)</a:t>
            </a:r>
          </a:p>
          <a:p>
            <a:r>
              <a:rPr lang="en-US" dirty="0"/>
              <a:t>A phone number is a string formatted as three-digits followed by a dash and four digits.</a:t>
            </a:r>
          </a:p>
          <a:p>
            <a:pPr marL="0" indent="0">
              <a:buNone/>
            </a:pPr>
            <a:r>
              <a:rPr lang="en-US" i="1" dirty="0"/>
              <a:t>Other business rules?</a:t>
            </a:r>
          </a:p>
          <a:p>
            <a:pPr marL="0" indent="0">
              <a:buNone/>
            </a:pPr>
            <a:r>
              <a:rPr lang="en-US" i="1" dirty="0"/>
              <a:t>Notice our assumptions?</a:t>
            </a:r>
          </a:p>
          <a:p>
            <a:pPr marL="0" indent="0">
              <a:buNone/>
            </a:pPr>
            <a:endParaRPr lang="en-US" dirty="0"/>
          </a:p>
        </p:txBody>
      </p:sp>
      <p:pic>
        <p:nvPicPr>
          <p:cNvPr id="4" name="Picture 3" descr="A screenshot of a document&#10;&#10;Description automatically generated">
            <a:extLst>
              <a:ext uri="{FF2B5EF4-FFF2-40B4-BE49-F238E27FC236}">
                <a16:creationId xmlns:a16="http://schemas.microsoft.com/office/drawing/2014/main" id="{149EA791-4133-D543-DE48-005E8C4C1FAF}"/>
              </a:ext>
            </a:extLst>
          </p:cNvPr>
          <p:cNvPicPr>
            <a:picLocks noChangeAspect="1"/>
          </p:cNvPicPr>
          <p:nvPr/>
        </p:nvPicPr>
        <p:blipFill rotWithShape="1">
          <a:blip r:embed="rId2">
            <a:extLst>
              <a:ext uri="{28A0092B-C50C-407E-A947-70E740481C1C}">
                <a14:useLocalDpi xmlns:a14="http://schemas.microsoft.com/office/drawing/2010/main" val="0"/>
              </a:ext>
            </a:extLst>
          </a:blip>
          <a:srcRect r="32278" b="73334"/>
          <a:stretch/>
        </p:blipFill>
        <p:spPr>
          <a:xfrm>
            <a:off x="4276164" y="4979461"/>
            <a:ext cx="7077635" cy="1197501"/>
          </a:xfrm>
          <a:prstGeom prst="rect">
            <a:avLst/>
          </a:prstGeom>
        </p:spPr>
      </p:pic>
    </p:spTree>
    <p:extLst>
      <p:ext uri="{BB962C8B-B14F-4D97-AF65-F5344CB8AC3E}">
        <p14:creationId xmlns:p14="http://schemas.microsoft.com/office/powerpoint/2010/main" val="37950444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874D8-BDBB-3556-8A40-FBD47A035646}"/>
              </a:ext>
            </a:extLst>
          </p:cNvPr>
          <p:cNvSpPr>
            <a:spLocks noGrp="1"/>
          </p:cNvSpPr>
          <p:nvPr>
            <p:ph type="title"/>
          </p:nvPr>
        </p:nvSpPr>
        <p:spPr/>
        <p:txBody>
          <a:bodyPr/>
          <a:lstStyle/>
          <a:p>
            <a:r>
              <a:rPr lang="en-US" dirty="0"/>
              <a:t>Business Rules – Writing Examples</a:t>
            </a:r>
          </a:p>
        </p:txBody>
      </p:sp>
      <p:sp>
        <p:nvSpPr>
          <p:cNvPr id="3" name="Content Placeholder 2">
            <a:extLst>
              <a:ext uri="{FF2B5EF4-FFF2-40B4-BE49-F238E27FC236}">
                <a16:creationId xmlns:a16="http://schemas.microsoft.com/office/drawing/2014/main" id="{CFD4C718-B0B3-53AA-3473-9647198CF07B}"/>
              </a:ext>
            </a:extLst>
          </p:cNvPr>
          <p:cNvSpPr>
            <a:spLocks noGrp="1"/>
          </p:cNvSpPr>
          <p:nvPr>
            <p:ph idx="1"/>
          </p:nvPr>
        </p:nvSpPr>
        <p:spPr/>
        <p:txBody>
          <a:bodyPr>
            <a:normAutofit fontScale="85000" lnSpcReduction="20000"/>
          </a:bodyPr>
          <a:lstStyle/>
          <a:p>
            <a:pPr marL="0" indent="0">
              <a:buNone/>
            </a:pPr>
            <a:r>
              <a:rPr lang="en-US" dirty="0"/>
              <a:t>The local city youth league needs a database system to help keep track of children who sign up to play soccer. It must hold data on each team, player, coach, and guardian. A team has an ID, name, and team colors. A player has an ID, first name, last name, and age. A coach has an ID, first name, last name, and phone number. A guardian has an ID, first name, last name, address, and phone numbers for home and cell phones. Note that the guardian does not require both phone numbers, but they must have at least one of them.</a:t>
            </a:r>
          </a:p>
          <a:p>
            <a:pPr marL="0" indent="0">
              <a:buNone/>
            </a:pPr>
            <a:r>
              <a:rPr lang="en-US" dirty="0"/>
              <a:t>A player can only play for one team. While we typically assume that a team must have players, it is possible that a team temporarily has no players and a maximum of 15 players. It is possible that a team temporarily does not have a coach, but if there is a coach, the coach can only be on that team. A team can have up to three coaches.</a:t>
            </a:r>
          </a:p>
          <a:p>
            <a:pPr marL="0" indent="0">
              <a:buNone/>
            </a:pPr>
            <a:r>
              <a:rPr lang="en-US" dirty="0"/>
              <a:t>The player must have at least one guardian but can have up to two. Several players can have the same guardians, and those players could be on the same team.</a:t>
            </a:r>
          </a:p>
          <a:p>
            <a:pPr marL="0" indent="0">
              <a:buNone/>
            </a:pPr>
            <a:endParaRPr lang="en-US" dirty="0"/>
          </a:p>
        </p:txBody>
      </p:sp>
    </p:spTree>
    <p:extLst>
      <p:ext uri="{BB962C8B-B14F-4D97-AF65-F5344CB8AC3E}">
        <p14:creationId xmlns:p14="http://schemas.microsoft.com/office/powerpoint/2010/main" val="2317403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DE6BF-E762-580A-7FDA-AEAE33A4A4C3}"/>
              </a:ext>
            </a:extLst>
          </p:cNvPr>
          <p:cNvSpPr>
            <a:spLocks noGrp="1"/>
          </p:cNvSpPr>
          <p:nvPr>
            <p:ph type="title"/>
          </p:nvPr>
        </p:nvSpPr>
        <p:spPr/>
        <p:txBody>
          <a:bodyPr/>
          <a:lstStyle/>
          <a:p>
            <a:r>
              <a:rPr lang="en-US" dirty="0"/>
              <a:t>Business Rules – Writing Examples</a:t>
            </a:r>
          </a:p>
        </p:txBody>
      </p:sp>
      <p:sp>
        <p:nvSpPr>
          <p:cNvPr id="3" name="Content Placeholder 2">
            <a:extLst>
              <a:ext uri="{FF2B5EF4-FFF2-40B4-BE49-F238E27FC236}">
                <a16:creationId xmlns:a16="http://schemas.microsoft.com/office/drawing/2014/main" id="{9841C91F-0B2C-4C50-EA61-AE1B9F8458CF}"/>
              </a:ext>
            </a:extLst>
          </p:cNvPr>
          <p:cNvSpPr>
            <a:spLocks noGrp="1"/>
          </p:cNvSpPr>
          <p:nvPr>
            <p:ph idx="1"/>
          </p:nvPr>
        </p:nvSpPr>
        <p:spPr/>
        <p:txBody>
          <a:bodyPr>
            <a:normAutofit fontScale="77500" lnSpcReduction="20000"/>
          </a:bodyPr>
          <a:lstStyle/>
          <a:p>
            <a:r>
              <a:rPr lang="en-US" dirty="0"/>
              <a:t>A team has an ID, name, and team colors.</a:t>
            </a:r>
          </a:p>
          <a:p>
            <a:r>
              <a:rPr lang="en-US" dirty="0"/>
              <a:t>A player has an ID, first name, last name, and age.</a:t>
            </a:r>
          </a:p>
          <a:p>
            <a:r>
              <a:rPr lang="en-US" dirty="0"/>
              <a:t>A coach has an ID, first name, last name, and phone number.</a:t>
            </a:r>
          </a:p>
          <a:p>
            <a:r>
              <a:rPr lang="en-US" dirty="0"/>
              <a:t>A guardian has an ID, first name, last name, address, and home and cell phone numbers.</a:t>
            </a:r>
          </a:p>
          <a:p>
            <a:r>
              <a:rPr lang="en-US" dirty="0"/>
              <a:t>A team has many players. A player is on one team.</a:t>
            </a:r>
          </a:p>
          <a:p>
            <a:r>
              <a:rPr lang="en-US" dirty="0"/>
              <a:t>A team is coached by many coaches. A coach coaches one team.</a:t>
            </a:r>
          </a:p>
          <a:p>
            <a:r>
              <a:rPr lang="en-US" dirty="0"/>
              <a:t>A player has many guardians. A guardian can have many players.</a:t>
            </a:r>
          </a:p>
          <a:p>
            <a:r>
              <a:rPr lang="en-US" dirty="0"/>
              <a:t>A team has 0 to 15 players.</a:t>
            </a:r>
          </a:p>
          <a:p>
            <a:r>
              <a:rPr lang="en-US" dirty="0"/>
              <a:t>A team has 0 to 3 coaches.</a:t>
            </a:r>
          </a:p>
          <a:p>
            <a:r>
              <a:rPr lang="en-US" dirty="0"/>
              <a:t>A player must have 1 to 2 guardians.</a:t>
            </a:r>
          </a:p>
          <a:p>
            <a:r>
              <a:rPr lang="en-US" dirty="0"/>
              <a:t>Related players can be on the same team.</a:t>
            </a:r>
          </a:p>
          <a:p>
            <a:r>
              <a:rPr lang="en-US" dirty="0"/>
              <a:t>A guardian must have a home number, cell phone number, or both.</a:t>
            </a:r>
          </a:p>
          <a:p>
            <a:endParaRPr lang="en-US" dirty="0"/>
          </a:p>
        </p:txBody>
      </p:sp>
      <p:sp>
        <p:nvSpPr>
          <p:cNvPr id="7" name="TextBox 6">
            <a:extLst>
              <a:ext uri="{FF2B5EF4-FFF2-40B4-BE49-F238E27FC236}">
                <a16:creationId xmlns:a16="http://schemas.microsoft.com/office/drawing/2014/main" id="{C9599B39-8C28-9472-8D86-44CD9BDDCE4C}"/>
              </a:ext>
            </a:extLst>
          </p:cNvPr>
          <p:cNvSpPr txBox="1"/>
          <p:nvPr/>
        </p:nvSpPr>
        <p:spPr>
          <a:xfrm>
            <a:off x="7440706" y="4454570"/>
            <a:ext cx="3913094" cy="1077218"/>
          </a:xfrm>
          <a:prstGeom prst="rect">
            <a:avLst/>
          </a:prstGeom>
          <a:noFill/>
        </p:spPr>
        <p:txBody>
          <a:bodyPr wrap="square">
            <a:spAutoFit/>
          </a:bodyPr>
          <a:lstStyle/>
          <a:p>
            <a:r>
              <a:rPr lang="en-US" sz="3200" i="1" dirty="0"/>
              <a:t>Others?</a:t>
            </a:r>
          </a:p>
          <a:p>
            <a:r>
              <a:rPr lang="en-US" sz="3200" i="1" dirty="0"/>
              <a:t>How correct are they?</a:t>
            </a:r>
          </a:p>
        </p:txBody>
      </p:sp>
    </p:spTree>
    <p:extLst>
      <p:ext uri="{BB962C8B-B14F-4D97-AF65-F5344CB8AC3E}">
        <p14:creationId xmlns:p14="http://schemas.microsoft.com/office/powerpoint/2010/main" val="15003773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45EF2-273A-00FB-C44F-69A6FD22AE2A}"/>
              </a:ext>
            </a:extLst>
          </p:cNvPr>
          <p:cNvSpPr>
            <a:spLocks noGrp="1"/>
          </p:cNvSpPr>
          <p:nvPr>
            <p:ph type="title"/>
          </p:nvPr>
        </p:nvSpPr>
        <p:spPr/>
        <p:txBody>
          <a:bodyPr/>
          <a:lstStyle/>
          <a:p>
            <a:r>
              <a:rPr lang="en-US" dirty="0"/>
              <a:t>Entity-Relation Diagrams (ERD)</a:t>
            </a:r>
          </a:p>
        </p:txBody>
      </p:sp>
      <p:sp>
        <p:nvSpPr>
          <p:cNvPr id="3" name="Content Placeholder 2">
            <a:extLst>
              <a:ext uri="{FF2B5EF4-FFF2-40B4-BE49-F238E27FC236}">
                <a16:creationId xmlns:a16="http://schemas.microsoft.com/office/drawing/2014/main" id="{905430C7-336A-65C9-ED33-117688BBCD75}"/>
              </a:ext>
            </a:extLst>
          </p:cNvPr>
          <p:cNvSpPr>
            <a:spLocks noGrp="1"/>
          </p:cNvSpPr>
          <p:nvPr>
            <p:ph idx="1"/>
          </p:nvPr>
        </p:nvSpPr>
        <p:spPr/>
        <p:txBody>
          <a:bodyPr/>
          <a:lstStyle/>
          <a:p>
            <a:r>
              <a:rPr lang="en-US" dirty="0"/>
              <a:t>Business rules help us design the database.</a:t>
            </a:r>
          </a:p>
        </p:txBody>
      </p:sp>
      <p:pic>
        <p:nvPicPr>
          <p:cNvPr id="4" name="Content Placeholder 4" descr="A diagram of a student&#10;&#10;Description automatically generated">
            <a:extLst>
              <a:ext uri="{FF2B5EF4-FFF2-40B4-BE49-F238E27FC236}">
                <a16:creationId xmlns:a16="http://schemas.microsoft.com/office/drawing/2014/main" id="{90801069-9BE3-6648-81D6-1064D1F4B4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393576"/>
            <a:ext cx="4551887" cy="3783387"/>
          </a:xfrm>
          <a:prstGeom prst="rect">
            <a:avLst/>
          </a:prstGeom>
        </p:spPr>
      </p:pic>
      <p:pic>
        <p:nvPicPr>
          <p:cNvPr id="5" name="Content Placeholder 4" descr="A diagram of a book signing&#10;&#10;Description automatically generated">
            <a:extLst>
              <a:ext uri="{FF2B5EF4-FFF2-40B4-BE49-F238E27FC236}">
                <a16:creationId xmlns:a16="http://schemas.microsoft.com/office/drawing/2014/main" id="{7B82EA4E-ADF1-EE59-C7B3-2B315B3CEE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4481" y="2393575"/>
            <a:ext cx="4389319" cy="3783387"/>
          </a:xfrm>
          <a:prstGeom prst="rect">
            <a:avLst/>
          </a:prstGeom>
        </p:spPr>
      </p:pic>
    </p:spTree>
    <p:extLst>
      <p:ext uri="{BB962C8B-B14F-4D97-AF65-F5344CB8AC3E}">
        <p14:creationId xmlns:p14="http://schemas.microsoft.com/office/powerpoint/2010/main" val="429403792"/>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2013 - 2022 Theme</Template>
  <TotalTime>763</TotalTime>
  <Words>1352</Words>
  <Application>Microsoft Office PowerPoint</Application>
  <PresentationFormat>Widescreen</PresentationFormat>
  <Paragraphs>149</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Wingdings</vt:lpstr>
      <vt:lpstr>Office 2013 - 2022 Theme</vt:lpstr>
      <vt:lpstr>Data Models</vt:lpstr>
      <vt:lpstr>Degrees of Abstraction</vt:lpstr>
      <vt:lpstr>Degrees of Abstraction</vt:lpstr>
      <vt:lpstr>Degrees of Abstraction</vt:lpstr>
      <vt:lpstr>Degrees of Abstraction</vt:lpstr>
      <vt:lpstr>Degrees of Abstraction</vt:lpstr>
      <vt:lpstr>Basic Building Blocks</vt:lpstr>
      <vt:lpstr>Relational Model</vt:lpstr>
      <vt:lpstr>Business Rules</vt:lpstr>
      <vt:lpstr>Business Rules</vt:lpstr>
      <vt:lpstr>Business Rules Examples</vt:lpstr>
      <vt:lpstr>Business Rules Examples</vt:lpstr>
      <vt:lpstr>Business Rules Examples</vt:lpstr>
      <vt:lpstr>Business Rules Naming Conventions</vt:lpstr>
      <vt:lpstr>Business Rules – Writing Examples</vt:lpstr>
      <vt:lpstr>Business Rules – Writing Examples</vt:lpstr>
      <vt:lpstr>Business Rules – Writing Examples</vt:lpstr>
      <vt:lpstr>Business Rules – Writing Examples</vt:lpstr>
      <vt:lpstr>Business Rules – Writing Examples</vt:lpstr>
      <vt:lpstr>Entity-Relation Diagrams (ERD)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dc:title>
  <dc:creator>Jason Powell</dc:creator>
  <cp:lastModifiedBy>Jason Powell</cp:lastModifiedBy>
  <cp:revision>2</cp:revision>
  <dcterms:created xsi:type="dcterms:W3CDTF">2023-11-22T17:02:41Z</dcterms:created>
  <dcterms:modified xsi:type="dcterms:W3CDTF">2026-01-03T16:57:35Z</dcterms:modified>
</cp:coreProperties>
</file>