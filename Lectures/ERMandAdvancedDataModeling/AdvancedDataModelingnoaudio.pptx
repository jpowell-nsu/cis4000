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82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9" r:id="rId10"/>
    <p:sldId id="278" r:id="rId11"/>
    <p:sldId id="283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EA3E00-7AB2-4344-A353-0B64763FBA90}" v="26" dt="2026-01-18T02:57:11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42" y="13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Powell" userId="67fc0dff-6db8-4f1b-ac54-75c6f741d683" providerId="ADAL" clId="{E6AFD2F6-340B-4F5E-88D8-0BCD0CADE410}"/>
    <pc:docChg chg="undo redo custSel addSld delSld modSld">
      <pc:chgData name="Jason Powell" userId="67fc0dff-6db8-4f1b-ac54-75c6f741d683" providerId="ADAL" clId="{E6AFD2F6-340B-4F5E-88D8-0BCD0CADE410}" dt="2026-01-18T02:58:15.053" v="308" actId="113"/>
      <pc:docMkLst>
        <pc:docMk/>
      </pc:docMkLst>
      <pc:sldChg chg="modSp del mod">
        <pc:chgData name="Jason Powell" userId="67fc0dff-6db8-4f1b-ac54-75c6f741d683" providerId="ADAL" clId="{E6AFD2F6-340B-4F5E-88D8-0BCD0CADE410}" dt="2026-01-18T02:08:12.813" v="6" actId="47"/>
        <pc:sldMkLst>
          <pc:docMk/>
          <pc:sldMk cId="3531053015" sldId="256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3531053015" sldId="256"/>
            <ac:spMk id="3" creationId="{B902A5A5-1860-C027-6CCD-D233806FBA21}"/>
          </ac:spMkLst>
        </pc:spChg>
      </pc:sldChg>
      <pc:sldChg chg="modSp">
        <pc:chgData name="Jason Powell" userId="67fc0dff-6db8-4f1b-ac54-75c6f741d683" providerId="ADAL" clId="{E6AFD2F6-340B-4F5E-88D8-0BCD0CADE410}" dt="2026-01-18T02:07:25.565" v="3"/>
        <pc:sldMkLst>
          <pc:docMk/>
          <pc:sldMk cId="3593635371" sldId="271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3593635371" sldId="271"/>
            <ac:spMk id="2" creationId="{9D385307-9734-C16A-73F5-90607D967F96}"/>
          </ac:spMkLst>
        </pc:spChg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3593635371" sldId="271"/>
            <ac:spMk id="3" creationId="{307F8E8D-A280-9B04-0B95-E0596298F8A0}"/>
          </ac:spMkLst>
        </pc:spChg>
      </pc:sldChg>
      <pc:sldChg chg="modSp">
        <pc:chgData name="Jason Powell" userId="67fc0dff-6db8-4f1b-ac54-75c6f741d683" providerId="ADAL" clId="{E6AFD2F6-340B-4F5E-88D8-0BCD0CADE410}" dt="2026-01-18T02:07:25.565" v="3"/>
        <pc:sldMkLst>
          <pc:docMk/>
          <pc:sldMk cId="1141724543" sldId="272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1141724543" sldId="272"/>
            <ac:spMk id="2" creationId="{9FCD8E44-8715-70D9-01AC-80694A91A292}"/>
          </ac:spMkLst>
        </pc:spChg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1141724543" sldId="272"/>
            <ac:spMk id="3" creationId="{1F3471CD-0A25-0E71-F78A-A28ABD91A3D7}"/>
          </ac:spMkLst>
        </pc:spChg>
      </pc:sldChg>
      <pc:sldChg chg="addSp delSp modSp mod">
        <pc:chgData name="Jason Powell" userId="67fc0dff-6db8-4f1b-ac54-75c6f741d683" providerId="ADAL" clId="{E6AFD2F6-340B-4F5E-88D8-0BCD0CADE410}" dt="2026-01-18T02:44:56.959" v="92" actId="478"/>
        <pc:sldMkLst>
          <pc:docMk/>
          <pc:sldMk cId="3453907228" sldId="273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3453907228" sldId="273"/>
            <ac:spMk id="2" creationId="{BCE07021-BFC5-29DC-1B69-614389FF0BE2}"/>
          </ac:spMkLst>
        </pc:spChg>
        <pc:spChg chg="mod">
          <ac:chgData name="Jason Powell" userId="67fc0dff-6db8-4f1b-ac54-75c6f741d683" providerId="ADAL" clId="{E6AFD2F6-340B-4F5E-88D8-0BCD0CADE410}" dt="2026-01-18T02:42:11.764" v="59" actId="20577"/>
          <ac:spMkLst>
            <pc:docMk/>
            <pc:sldMk cId="3453907228" sldId="273"/>
            <ac:spMk id="3" creationId="{844B5134-9070-F6BB-3B23-31F39E4E0AB2}"/>
          </ac:spMkLst>
        </pc:spChg>
        <pc:spChg chg="del mod">
          <ac:chgData name="Jason Powell" userId="67fc0dff-6db8-4f1b-ac54-75c6f741d683" providerId="ADAL" clId="{E6AFD2F6-340B-4F5E-88D8-0BCD0CADE410}" dt="2026-01-18T02:41:39.693" v="38" actId="478"/>
          <ac:spMkLst>
            <pc:docMk/>
            <pc:sldMk cId="3453907228" sldId="273"/>
            <ac:spMk id="9" creationId="{A8A6D2C1-67A1-F797-1CFD-1BBF8B4B93DD}"/>
          </ac:spMkLst>
        </pc:spChg>
        <pc:spChg chg="mod">
          <ac:chgData name="Jason Powell" userId="67fc0dff-6db8-4f1b-ac54-75c6f741d683" providerId="ADAL" clId="{E6AFD2F6-340B-4F5E-88D8-0BCD0CADE410}" dt="2026-01-18T02:42:31.716" v="61" actId="14100"/>
          <ac:spMkLst>
            <pc:docMk/>
            <pc:sldMk cId="3453907228" sldId="273"/>
            <ac:spMk id="11" creationId="{8A3D3EF3-26C8-1F63-DC5D-1F0AAC9E9228}"/>
          </ac:spMkLst>
        </pc:spChg>
        <pc:spChg chg="mod">
          <ac:chgData name="Jason Powell" userId="67fc0dff-6db8-4f1b-ac54-75c6f741d683" providerId="ADAL" clId="{E6AFD2F6-340B-4F5E-88D8-0BCD0CADE410}" dt="2026-01-18T02:43:57.533" v="91" actId="404"/>
          <ac:spMkLst>
            <pc:docMk/>
            <pc:sldMk cId="3453907228" sldId="273"/>
            <ac:spMk id="16" creationId="{342C8E85-EA74-C838-CF13-2E2F50B2E8B4}"/>
          </ac:spMkLst>
        </pc:spChg>
        <pc:spChg chg="del mod">
          <ac:chgData name="Jason Powell" userId="67fc0dff-6db8-4f1b-ac54-75c6f741d683" providerId="ADAL" clId="{E6AFD2F6-340B-4F5E-88D8-0BCD0CADE410}" dt="2026-01-18T02:44:56.959" v="92" actId="478"/>
          <ac:spMkLst>
            <pc:docMk/>
            <pc:sldMk cId="3453907228" sldId="273"/>
            <ac:spMk id="17" creationId="{93BDDC36-B72B-A008-D918-98886910EF55}"/>
          </ac:spMkLst>
        </pc:spChg>
        <pc:grpChg chg="del">
          <ac:chgData name="Jason Powell" userId="67fc0dff-6db8-4f1b-ac54-75c6f741d683" providerId="ADAL" clId="{E6AFD2F6-340B-4F5E-88D8-0BCD0CADE410}" dt="2026-01-18T02:40:17.741" v="29" actId="478"/>
          <ac:grpSpMkLst>
            <pc:docMk/>
            <pc:sldMk cId="3453907228" sldId="273"/>
            <ac:grpSpMk id="4" creationId="{D16C4F16-A725-7D40-787A-9DA0CA1E2392}"/>
          </ac:grpSpMkLst>
        </pc:grpChg>
        <pc:grpChg chg="add del mod">
          <ac:chgData name="Jason Powell" userId="67fc0dff-6db8-4f1b-ac54-75c6f741d683" providerId="ADAL" clId="{E6AFD2F6-340B-4F5E-88D8-0BCD0CADE410}" dt="2026-01-18T02:42:41.175" v="63" actId="1076"/>
          <ac:grpSpMkLst>
            <pc:docMk/>
            <pc:sldMk cId="3453907228" sldId="273"/>
            <ac:grpSpMk id="7" creationId="{365B53BE-A90A-77B4-C8D6-D134A2A6CF6B}"/>
          </ac:grpSpMkLst>
        </pc:grpChg>
        <pc:grpChg chg="mod">
          <ac:chgData name="Jason Powell" userId="67fc0dff-6db8-4f1b-ac54-75c6f741d683" providerId="ADAL" clId="{E6AFD2F6-340B-4F5E-88D8-0BCD0CADE410}" dt="2026-01-18T02:40:29.530" v="30"/>
          <ac:grpSpMkLst>
            <pc:docMk/>
            <pc:sldMk cId="3453907228" sldId="273"/>
            <ac:grpSpMk id="8" creationId="{54B8E521-6B6F-34DA-D47A-CB8392EC6F24}"/>
          </ac:grpSpMkLst>
        </pc:grpChg>
        <pc:grpChg chg="del mod">
          <ac:chgData name="Jason Powell" userId="67fc0dff-6db8-4f1b-ac54-75c6f741d683" providerId="ADAL" clId="{E6AFD2F6-340B-4F5E-88D8-0BCD0CADE410}" dt="2026-01-18T02:44:56.959" v="92" actId="478"/>
          <ac:grpSpMkLst>
            <pc:docMk/>
            <pc:sldMk cId="3453907228" sldId="273"/>
            <ac:grpSpMk id="14" creationId="{73135D41-E2E3-C457-624E-D881ECCDEA08}"/>
          </ac:grpSpMkLst>
        </pc:grpChg>
        <pc:graphicFrameChg chg="mod">
          <ac:chgData name="Jason Powell" userId="67fc0dff-6db8-4f1b-ac54-75c6f741d683" providerId="ADAL" clId="{E6AFD2F6-340B-4F5E-88D8-0BCD0CADE410}" dt="2026-01-18T02:43:01.440" v="68"/>
          <ac:graphicFrameMkLst>
            <pc:docMk/>
            <pc:sldMk cId="3453907228" sldId="273"/>
            <ac:graphicFrameMk id="13" creationId="{2096DA66-1FEA-DBF0-DEF7-BF7F17439DAC}"/>
          </ac:graphicFrameMkLst>
        </pc:graphicFrameChg>
        <pc:picChg chg="add mod">
          <ac:chgData name="Jason Powell" userId="67fc0dff-6db8-4f1b-ac54-75c6f741d683" providerId="ADAL" clId="{E6AFD2F6-340B-4F5E-88D8-0BCD0CADE410}" dt="2026-01-18T02:41:29.018" v="36" actId="1076"/>
          <ac:picMkLst>
            <pc:docMk/>
            <pc:sldMk cId="3453907228" sldId="273"/>
            <ac:picMk id="18" creationId="{5ABB7ACB-AF03-1828-1315-8E03FA2A24BB}"/>
          </ac:picMkLst>
        </pc:picChg>
        <pc:cxnChg chg="del mod">
          <ac:chgData name="Jason Powell" userId="67fc0dff-6db8-4f1b-ac54-75c6f741d683" providerId="ADAL" clId="{E6AFD2F6-340B-4F5E-88D8-0BCD0CADE410}" dt="2026-01-18T02:41:45.412" v="41" actId="478"/>
          <ac:cxnSpMkLst>
            <pc:docMk/>
            <pc:sldMk cId="3453907228" sldId="273"/>
            <ac:cxnSpMk id="10" creationId="{DDC91F0A-7AB9-1EDC-838D-CDE06D5515D7}"/>
          </ac:cxnSpMkLst>
        </pc:cxnChg>
        <pc:cxnChg chg="mod">
          <ac:chgData name="Jason Powell" userId="67fc0dff-6db8-4f1b-ac54-75c6f741d683" providerId="ADAL" clId="{E6AFD2F6-340B-4F5E-88D8-0BCD0CADE410}" dt="2026-01-18T02:42:34.830" v="62" actId="14100"/>
          <ac:cxnSpMkLst>
            <pc:docMk/>
            <pc:sldMk cId="3453907228" sldId="273"/>
            <ac:cxnSpMk id="12" creationId="{A3A1BEC1-C10C-580B-7244-06B6EFDAF1D1}"/>
          </ac:cxnSpMkLst>
        </pc:cxnChg>
        <pc:cxnChg chg="mod">
          <ac:chgData name="Jason Powell" userId="67fc0dff-6db8-4f1b-ac54-75c6f741d683" providerId="ADAL" clId="{E6AFD2F6-340B-4F5E-88D8-0BCD0CADE410}" dt="2026-01-18T02:43:31.642" v="76" actId="1076"/>
          <ac:cxnSpMkLst>
            <pc:docMk/>
            <pc:sldMk cId="3453907228" sldId="273"/>
            <ac:cxnSpMk id="15" creationId="{DFE0EEA9-722E-580C-3181-725B590797F3}"/>
          </ac:cxnSpMkLst>
        </pc:cxnChg>
      </pc:sldChg>
      <pc:sldChg chg="modSp mod">
        <pc:chgData name="Jason Powell" userId="67fc0dff-6db8-4f1b-ac54-75c6f741d683" providerId="ADAL" clId="{E6AFD2F6-340B-4F5E-88D8-0BCD0CADE410}" dt="2026-01-18T02:48:03.732" v="218" actId="20577"/>
        <pc:sldMkLst>
          <pc:docMk/>
          <pc:sldMk cId="1544853018" sldId="274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1544853018" sldId="274"/>
            <ac:spMk id="2" creationId="{8DF56EA2-8DEA-B4BC-C8FD-FAF3E77EC7F2}"/>
          </ac:spMkLst>
        </pc:spChg>
        <pc:spChg chg="mod">
          <ac:chgData name="Jason Powell" userId="67fc0dff-6db8-4f1b-ac54-75c6f741d683" providerId="ADAL" clId="{E6AFD2F6-340B-4F5E-88D8-0BCD0CADE410}" dt="2026-01-18T02:48:03.732" v="218" actId="20577"/>
          <ac:spMkLst>
            <pc:docMk/>
            <pc:sldMk cId="1544853018" sldId="274"/>
            <ac:spMk id="3" creationId="{66B6EDF2-0300-2498-8447-F34890E2B668}"/>
          </ac:spMkLst>
        </pc:spChg>
      </pc:sldChg>
      <pc:sldChg chg="modSp mod">
        <pc:chgData name="Jason Powell" userId="67fc0dff-6db8-4f1b-ac54-75c6f741d683" providerId="ADAL" clId="{E6AFD2F6-340B-4F5E-88D8-0BCD0CADE410}" dt="2026-01-18T02:48:54.161" v="220" actId="1582"/>
        <pc:sldMkLst>
          <pc:docMk/>
          <pc:sldMk cId="2422426699" sldId="275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2422426699" sldId="275"/>
            <ac:spMk id="2" creationId="{54484BB9-0D12-AE29-EB23-E2CA588336B3}"/>
          </ac:spMkLst>
        </pc:spChg>
        <pc:cxnChg chg="mod">
          <ac:chgData name="Jason Powell" userId="67fc0dff-6db8-4f1b-ac54-75c6f741d683" providerId="ADAL" clId="{E6AFD2F6-340B-4F5E-88D8-0BCD0CADE410}" dt="2026-01-18T02:48:54.161" v="220" actId="1582"/>
          <ac:cxnSpMkLst>
            <pc:docMk/>
            <pc:sldMk cId="2422426699" sldId="275"/>
            <ac:cxnSpMk id="9" creationId="{BD76E9EC-090D-E00C-793A-5361F7326CD7}"/>
          </ac:cxnSpMkLst>
        </pc:cxnChg>
        <pc:cxnChg chg="mod">
          <ac:chgData name="Jason Powell" userId="67fc0dff-6db8-4f1b-ac54-75c6f741d683" providerId="ADAL" clId="{E6AFD2F6-340B-4F5E-88D8-0BCD0CADE410}" dt="2026-01-18T02:48:54.161" v="220" actId="1582"/>
          <ac:cxnSpMkLst>
            <pc:docMk/>
            <pc:sldMk cId="2422426699" sldId="275"/>
            <ac:cxnSpMk id="14" creationId="{05336E83-B947-45C1-0D18-F3D2B6DABA55}"/>
          </ac:cxnSpMkLst>
        </pc:cxnChg>
        <pc:cxnChg chg="mod">
          <ac:chgData name="Jason Powell" userId="67fc0dff-6db8-4f1b-ac54-75c6f741d683" providerId="ADAL" clId="{E6AFD2F6-340B-4F5E-88D8-0BCD0CADE410}" dt="2026-01-18T02:48:54.161" v="220" actId="1582"/>
          <ac:cxnSpMkLst>
            <pc:docMk/>
            <pc:sldMk cId="2422426699" sldId="275"/>
            <ac:cxnSpMk id="17" creationId="{344B6747-ED7A-5333-DB05-C5FAAA3E2E53}"/>
          </ac:cxnSpMkLst>
        </pc:cxnChg>
      </pc:sldChg>
      <pc:sldChg chg="modSp">
        <pc:chgData name="Jason Powell" userId="67fc0dff-6db8-4f1b-ac54-75c6f741d683" providerId="ADAL" clId="{E6AFD2F6-340B-4F5E-88D8-0BCD0CADE410}" dt="2026-01-18T02:07:25.565" v="3"/>
        <pc:sldMkLst>
          <pc:docMk/>
          <pc:sldMk cId="2603744266" sldId="276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2603744266" sldId="276"/>
            <ac:spMk id="2" creationId="{66635109-8A24-435F-B9E0-33D1A4E6AA37}"/>
          </ac:spMkLst>
        </pc:spChg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2603744266" sldId="276"/>
            <ac:spMk id="3" creationId="{EB01516A-BA61-A611-718D-5F29833C55E6}"/>
          </ac:spMkLst>
        </pc:spChg>
      </pc:sldChg>
      <pc:sldChg chg="modSp">
        <pc:chgData name="Jason Powell" userId="67fc0dff-6db8-4f1b-ac54-75c6f741d683" providerId="ADAL" clId="{E6AFD2F6-340B-4F5E-88D8-0BCD0CADE410}" dt="2026-01-18T02:07:25.565" v="3"/>
        <pc:sldMkLst>
          <pc:docMk/>
          <pc:sldMk cId="1074362677" sldId="277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1074362677" sldId="277"/>
            <ac:spMk id="2" creationId="{C2C2633D-BCEF-F004-A94C-CA03250EE96C}"/>
          </ac:spMkLst>
        </pc:spChg>
      </pc:sldChg>
      <pc:sldChg chg="modSp">
        <pc:chgData name="Jason Powell" userId="67fc0dff-6db8-4f1b-ac54-75c6f741d683" providerId="ADAL" clId="{E6AFD2F6-340B-4F5E-88D8-0BCD0CADE410}" dt="2026-01-18T02:07:25.565" v="3"/>
        <pc:sldMkLst>
          <pc:docMk/>
          <pc:sldMk cId="2496517052" sldId="278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2496517052" sldId="278"/>
            <ac:spMk id="2" creationId="{5F4CDD65-0C1A-2E6C-2CD9-437E01D01F15}"/>
          </ac:spMkLst>
        </pc:spChg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2496517052" sldId="278"/>
            <ac:spMk id="3" creationId="{CE8520B9-6E42-00D8-179B-66E0EB938510}"/>
          </ac:spMkLst>
        </pc:spChg>
      </pc:sldChg>
      <pc:sldChg chg="modSp mod">
        <pc:chgData name="Jason Powell" userId="67fc0dff-6db8-4f1b-ac54-75c6f741d683" providerId="ADAL" clId="{E6AFD2F6-340B-4F5E-88D8-0BCD0CADE410}" dt="2026-01-18T02:57:54.668" v="304" actId="1076"/>
        <pc:sldMkLst>
          <pc:docMk/>
          <pc:sldMk cId="378228440" sldId="279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378228440" sldId="279"/>
            <ac:spMk id="2" creationId="{220557C8-089D-6E01-86BB-CB4B493FF4C1}"/>
          </ac:spMkLst>
        </pc:spChg>
        <pc:spChg chg="mod">
          <ac:chgData name="Jason Powell" userId="67fc0dff-6db8-4f1b-ac54-75c6f741d683" providerId="ADAL" clId="{E6AFD2F6-340B-4F5E-88D8-0BCD0CADE410}" dt="2026-01-18T02:57:48.326" v="303" actId="6549"/>
          <ac:spMkLst>
            <pc:docMk/>
            <pc:sldMk cId="378228440" sldId="279"/>
            <ac:spMk id="3" creationId="{80347FC5-F2C0-9573-F0E5-0924E39CC0D1}"/>
          </ac:spMkLst>
        </pc:spChg>
        <pc:picChg chg="mod">
          <ac:chgData name="Jason Powell" userId="67fc0dff-6db8-4f1b-ac54-75c6f741d683" providerId="ADAL" clId="{E6AFD2F6-340B-4F5E-88D8-0BCD0CADE410}" dt="2026-01-18T02:57:54.668" v="304" actId="1076"/>
          <ac:picMkLst>
            <pc:docMk/>
            <pc:sldMk cId="378228440" sldId="279"/>
            <ac:picMk id="4" creationId="{6934E036-2B6C-5F83-DD66-4404F9602E72}"/>
          </ac:picMkLst>
        </pc:picChg>
      </pc:sldChg>
      <pc:sldChg chg="modSp">
        <pc:chgData name="Jason Powell" userId="67fc0dff-6db8-4f1b-ac54-75c6f741d683" providerId="ADAL" clId="{E6AFD2F6-340B-4F5E-88D8-0BCD0CADE410}" dt="2026-01-18T02:07:25.565" v="3"/>
        <pc:sldMkLst>
          <pc:docMk/>
          <pc:sldMk cId="3938335783" sldId="280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3938335783" sldId="280"/>
            <ac:spMk id="2" creationId="{2E772843-9CFD-5ABB-B6EC-460E9A6EB775}"/>
          </ac:spMkLst>
        </pc:spChg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3938335783" sldId="280"/>
            <ac:spMk id="3" creationId="{7B0052CB-A3CC-395D-635E-ED818F1CB008}"/>
          </ac:spMkLst>
        </pc:spChg>
      </pc:sldChg>
      <pc:sldChg chg="modSp">
        <pc:chgData name="Jason Powell" userId="67fc0dff-6db8-4f1b-ac54-75c6f741d683" providerId="ADAL" clId="{E6AFD2F6-340B-4F5E-88D8-0BCD0CADE410}" dt="2026-01-18T02:07:25.565" v="3"/>
        <pc:sldMkLst>
          <pc:docMk/>
          <pc:sldMk cId="4192351561" sldId="281"/>
        </pc:sldMkLst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4192351561" sldId="281"/>
            <ac:spMk id="2" creationId="{AC9EB734-A480-40E6-9A27-98F17FA55273}"/>
          </ac:spMkLst>
        </pc:spChg>
        <pc:spChg chg="mod">
          <ac:chgData name="Jason Powell" userId="67fc0dff-6db8-4f1b-ac54-75c6f741d683" providerId="ADAL" clId="{E6AFD2F6-340B-4F5E-88D8-0BCD0CADE410}" dt="2026-01-18T02:07:25.565" v="3"/>
          <ac:spMkLst>
            <pc:docMk/>
            <pc:sldMk cId="4192351561" sldId="281"/>
            <ac:spMk id="3" creationId="{5787558A-3611-2240-BE1D-BDF4FE20D74F}"/>
          </ac:spMkLst>
        </pc:spChg>
      </pc:sldChg>
      <pc:sldChg chg="addSp delSp modSp new mod modClrScheme chgLayout">
        <pc:chgData name="Jason Powell" userId="67fc0dff-6db8-4f1b-ac54-75c6f741d683" providerId="ADAL" clId="{E6AFD2F6-340B-4F5E-88D8-0BCD0CADE410}" dt="2026-01-18T02:08:19.724" v="28" actId="20577"/>
        <pc:sldMkLst>
          <pc:docMk/>
          <pc:sldMk cId="2724947337" sldId="282"/>
        </pc:sldMkLst>
        <pc:spChg chg="del mod ord">
          <ac:chgData name="Jason Powell" userId="67fc0dff-6db8-4f1b-ac54-75c6f741d683" providerId="ADAL" clId="{E6AFD2F6-340B-4F5E-88D8-0BCD0CADE410}" dt="2026-01-18T02:08:09.840" v="5" actId="700"/>
          <ac:spMkLst>
            <pc:docMk/>
            <pc:sldMk cId="2724947337" sldId="282"/>
            <ac:spMk id="2" creationId="{B1FB954E-B1C5-D358-33CD-1C80C4650F0B}"/>
          </ac:spMkLst>
        </pc:spChg>
        <pc:spChg chg="del mod ord">
          <ac:chgData name="Jason Powell" userId="67fc0dff-6db8-4f1b-ac54-75c6f741d683" providerId="ADAL" clId="{E6AFD2F6-340B-4F5E-88D8-0BCD0CADE410}" dt="2026-01-18T02:08:09.840" v="5" actId="700"/>
          <ac:spMkLst>
            <pc:docMk/>
            <pc:sldMk cId="2724947337" sldId="282"/>
            <ac:spMk id="3" creationId="{9BCCD294-3E71-AAA8-8565-A625F5BE9738}"/>
          </ac:spMkLst>
        </pc:spChg>
        <pc:spChg chg="add mod ord">
          <ac:chgData name="Jason Powell" userId="67fc0dff-6db8-4f1b-ac54-75c6f741d683" providerId="ADAL" clId="{E6AFD2F6-340B-4F5E-88D8-0BCD0CADE410}" dt="2026-01-18T02:08:19.724" v="28" actId="20577"/>
          <ac:spMkLst>
            <pc:docMk/>
            <pc:sldMk cId="2724947337" sldId="282"/>
            <ac:spMk id="4" creationId="{D80959E3-A833-0C93-7A31-9EDD313617D2}"/>
          </ac:spMkLst>
        </pc:spChg>
        <pc:spChg chg="add mod ord">
          <ac:chgData name="Jason Powell" userId="67fc0dff-6db8-4f1b-ac54-75c6f741d683" providerId="ADAL" clId="{E6AFD2F6-340B-4F5E-88D8-0BCD0CADE410}" dt="2026-01-18T02:08:09.840" v="5" actId="700"/>
          <ac:spMkLst>
            <pc:docMk/>
            <pc:sldMk cId="2724947337" sldId="282"/>
            <ac:spMk id="5" creationId="{CF0C4BBD-70C7-8D1A-8F8C-D7CBD029C83F}"/>
          </ac:spMkLst>
        </pc:spChg>
      </pc:sldChg>
      <pc:sldChg chg="addSp modSp new mod">
        <pc:chgData name="Jason Powell" userId="67fc0dff-6db8-4f1b-ac54-75c6f741d683" providerId="ADAL" clId="{E6AFD2F6-340B-4F5E-88D8-0BCD0CADE410}" dt="2026-01-18T02:58:15.053" v="308" actId="113"/>
        <pc:sldMkLst>
          <pc:docMk/>
          <pc:sldMk cId="2102099814" sldId="283"/>
        </pc:sldMkLst>
        <pc:spChg chg="mod">
          <ac:chgData name="Jason Powell" userId="67fc0dff-6db8-4f1b-ac54-75c6f741d683" providerId="ADAL" clId="{E6AFD2F6-340B-4F5E-88D8-0BCD0CADE410}" dt="2026-01-18T02:50:53.944" v="222"/>
          <ac:spMkLst>
            <pc:docMk/>
            <pc:sldMk cId="2102099814" sldId="283"/>
            <ac:spMk id="2" creationId="{2C948BB4-1F69-6ADB-2A3F-1EAAC3652DF6}"/>
          </ac:spMkLst>
        </pc:spChg>
        <pc:spChg chg="mod">
          <ac:chgData name="Jason Powell" userId="67fc0dff-6db8-4f1b-ac54-75c6f741d683" providerId="ADAL" clId="{E6AFD2F6-340B-4F5E-88D8-0BCD0CADE410}" dt="2026-01-18T02:58:15.053" v="308" actId="113"/>
          <ac:spMkLst>
            <pc:docMk/>
            <pc:sldMk cId="2102099814" sldId="283"/>
            <ac:spMk id="3" creationId="{611AA169-1536-E11E-D61A-ED2C1389BCCF}"/>
          </ac:spMkLst>
        </pc:spChg>
        <pc:picChg chg="add mod">
          <ac:chgData name="Jason Powell" userId="67fc0dff-6db8-4f1b-ac54-75c6f741d683" providerId="ADAL" clId="{E6AFD2F6-340B-4F5E-88D8-0BCD0CADE410}" dt="2026-01-18T02:51:01.808" v="223"/>
          <ac:picMkLst>
            <pc:docMk/>
            <pc:sldMk cId="2102099814" sldId="283"/>
            <ac:picMk id="4" creationId="{F5637F70-D453-83D9-962B-7C5E9BB9299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8814A3-4A05-49A3-9347-209D76EBEDF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BC35DE-E5E8-45D8-B9DA-DAA81EE7DFD5}">
      <dgm:prSet phldrT="[Text]"/>
      <dgm:spPr/>
      <dgm:t>
        <a:bodyPr/>
        <a:lstStyle/>
        <a:p>
          <a:r>
            <a:rPr lang="en-US" dirty="0"/>
            <a:t>Person</a:t>
          </a:r>
        </a:p>
      </dgm:t>
    </dgm:pt>
    <dgm:pt modelId="{3FBE9E90-9B81-4B86-8E03-28D62433EA65}" type="parTrans" cxnId="{65661B0E-2112-4720-9298-D38BE7D4908D}">
      <dgm:prSet/>
      <dgm:spPr/>
      <dgm:t>
        <a:bodyPr/>
        <a:lstStyle/>
        <a:p>
          <a:endParaRPr lang="en-US"/>
        </a:p>
      </dgm:t>
    </dgm:pt>
    <dgm:pt modelId="{196B5190-7928-400E-A562-B6B8C0A0BBE2}" type="sibTrans" cxnId="{65661B0E-2112-4720-9298-D38BE7D4908D}">
      <dgm:prSet/>
      <dgm:spPr/>
      <dgm:t>
        <a:bodyPr/>
        <a:lstStyle/>
        <a:p>
          <a:endParaRPr lang="en-US"/>
        </a:p>
      </dgm:t>
    </dgm:pt>
    <dgm:pt modelId="{3D0ACDC9-482F-4777-9717-37A3774719B8}">
      <dgm:prSet phldrT="[Text]"/>
      <dgm:spPr/>
      <dgm:t>
        <a:bodyPr/>
        <a:lstStyle/>
        <a:p>
          <a:r>
            <a:rPr lang="en-US" dirty="0"/>
            <a:t>Employee</a:t>
          </a:r>
        </a:p>
      </dgm:t>
    </dgm:pt>
    <dgm:pt modelId="{A60D98F4-F330-4269-9B32-FD400BC45AE6}" type="parTrans" cxnId="{019130E0-BDC0-433D-8DF4-5E05C8DFEDB1}">
      <dgm:prSet/>
      <dgm:spPr/>
      <dgm:t>
        <a:bodyPr/>
        <a:lstStyle/>
        <a:p>
          <a:endParaRPr lang="en-US"/>
        </a:p>
      </dgm:t>
    </dgm:pt>
    <dgm:pt modelId="{4E7BBC91-46C5-4B7B-8F78-0919E5451B5F}" type="sibTrans" cxnId="{019130E0-BDC0-433D-8DF4-5E05C8DFEDB1}">
      <dgm:prSet/>
      <dgm:spPr/>
      <dgm:t>
        <a:bodyPr/>
        <a:lstStyle/>
        <a:p>
          <a:endParaRPr lang="en-US"/>
        </a:p>
      </dgm:t>
    </dgm:pt>
    <dgm:pt modelId="{3605DCFC-0934-4A58-9B04-3EC388B242F3}">
      <dgm:prSet phldrT="[Text]"/>
      <dgm:spPr/>
      <dgm:t>
        <a:bodyPr/>
        <a:lstStyle/>
        <a:p>
          <a:r>
            <a:rPr lang="en-US" dirty="0"/>
            <a:t>Student</a:t>
          </a:r>
        </a:p>
      </dgm:t>
    </dgm:pt>
    <dgm:pt modelId="{E9999DE8-D509-468B-BE77-4C16294A07B9}" type="parTrans" cxnId="{2CB5FD87-54A8-4FC9-9D0D-2A2FF2C6449B}">
      <dgm:prSet/>
      <dgm:spPr/>
      <dgm:t>
        <a:bodyPr/>
        <a:lstStyle/>
        <a:p>
          <a:endParaRPr lang="en-US"/>
        </a:p>
      </dgm:t>
    </dgm:pt>
    <dgm:pt modelId="{7ABBFF2D-E9FB-46C8-82C7-38C32DF27850}" type="sibTrans" cxnId="{2CB5FD87-54A8-4FC9-9D0D-2A2FF2C6449B}">
      <dgm:prSet/>
      <dgm:spPr/>
      <dgm:t>
        <a:bodyPr/>
        <a:lstStyle/>
        <a:p>
          <a:endParaRPr lang="en-US"/>
        </a:p>
      </dgm:t>
    </dgm:pt>
    <dgm:pt modelId="{9C36A527-3A59-4126-87B0-B77D1E6F6F74}">
      <dgm:prSet/>
      <dgm:spPr/>
      <dgm:t>
        <a:bodyPr/>
        <a:lstStyle/>
        <a:p>
          <a:r>
            <a:rPr lang="en-US" dirty="0"/>
            <a:t>Administrator</a:t>
          </a:r>
        </a:p>
      </dgm:t>
    </dgm:pt>
    <dgm:pt modelId="{E5ACF7FC-816A-4682-83C6-653F4AAA3DB7}" type="parTrans" cxnId="{B64EC6AB-F4A4-418A-82B3-2FA0438F00CB}">
      <dgm:prSet/>
      <dgm:spPr/>
      <dgm:t>
        <a:bodyPr/>
        <a:lstStyle/>
        <a:p>
          <a:endParaRPr lang="en-US"/>
        </a:p>
      </dgm:t>
    </dgm:pt>
    <dgm:pt modelId="{E5C1E88D-3536-48CD-B59D-7C9AC4DB767A}" type="sibTrans" cxnId="{B64EC6AB-F4A4-418A-82B3-2FA0438F00CB}">
      <dgm:prSet/>
      <dgm:spPr/>
      <dgm:t>
        <a:bodyPr/>
        <a:lstStyle/>
        <a:p>
          <a:endParaRPr lang="en-US"/>
        </a:p>
      </dgm:t>
    </dgm:pt>
    <dgm:pt modelId="{7B1AF0CD-209A-4A9C-80E7-DC28D9EB021F}">
      <dgm:prSet/>
      <dgm:spPr/>
      <dgm:t>
        <a:bodyPr/>
        <a:lstStyle/>
        <a:p>
          <a:r>
            <a:rPr lang="en-US" dirty="0"/>
            <a:t>Professor</a:t>
          </a:r>
        </a:p>
      </dgm:t>
    </dgm:pt>
    <dgm:pt modelId="{B94C805F-D6F2-4742-ADDA-118E1424A3F6}" type="parTrans" cxnId="{FAA1A8EC-255C-4384-B3D6-8DE87B468FBA}">
      <dgm:prSet/>
      <dgm:spPr/>
      <dgm:t>
        <a:bodyPr/>
        <a:lstStyle/>
        <a:p>
          <a:endParaRPr lang="en-US"/>
        </a:p>
      </dgm:t>
    </dgm:pt>
    <dgm:pt modelId="{062CD51B-349C-4BF0-B15C-4C94AD85E298}" type="sibTrans" cxnId="{FAA1A8EC-255C-4384-B3D6-8DE87B468FBA}">
      <dgm:prSet/>
      <dgm:spPr/>
      <dgm:t>
        <a:bodyPr/>
        <a:lstStyle/>
        <a:p>
          <a:endParaRPr lang="en-US"/>
        </a:p>
      </dgm:t>
    </dgm:pt>
    <dgm:pt modelId="{B141C5D1-7999-4627-B578-C2A0934E26F4}">
      <dgm:prSet/>
      <dgm:spPr/>
      <dgm:t>
        <a:bodyPr/>
        <a:lstStyle/>
        <a:p>
          <a:r>
            <a:rPr lang="en-US" dirty="0"/>
            <a:t>Graduate</a:t>
          </a:r>
        </a:p>
      </dgm:t>
    </dgm:pt>
    <dgm:pt modelId="{D11A6663-FBBC-44AF-90FA-C2C4960C8041}" type="parTrans" cxnId="{2F7C8AF5-5DF7-4EEF-A206-291758C489D2}">
      <dgm:prSet/>
      <dgm:spPr/>
      <dgm:t>
        <a:bodyPr/>
        <a:lstStyle/>
        <a:p>
          <a:endParaRPr lang="en-US"/>
        </a:p>
      </dgm:t>
    </dgm:pt>
    <dgm:pt modelId="{11F57830-563F-4CF7-A20A-D2CEA6C8CA98}" type="sibTrans" cxnId="{2F7C8AF5-5DF7-4EEF-A206-291758C489D2}">
      <dgm:prSet/>
      <dgm:spPr/>
      <dgm:t>
        <a:bodyPr/>
        <a:lstStyle/>
        <a:p>
          <a:endParaRPr lang="en-US"/>
        </a:p>
      </dgm:t>
    </dgm:pt>
    <dgm:pt modelId="{196172CE-44A6-4977-B170-585ECE0834E4}">
      <dgm:prSet/>
      <dgm:spPr/>
      <dgm:t>
        <a:bodyPr/>
        <a:lstStyle/>
        <a:p>
          <a:r>
            <a:rPr lang="en-US" dirty="0"/>
            <a:t>Undergraduate</a:t>
          </a:r>
        </a:p>
      </dgm:t>
    </dgm:pt>
    <dgm:pt modelId="{518C925C-8E74-4860-8837-EDD2F09ED875}" type="parTrans" cxnId="{AD5AE376-5EA2-42DD-9799-58A531E07B8B}">
      <dgm:prSet/>
      <dgm:spPr/>
      <dgm:t>
        <a:bodyPr/>
        <a:lstStyle/>
        <a:p>
          <a:endParaRPr lang="en-US"/>
        </a:p>
      </dgm:t>
    </dgm:pt>
    <dgm:pt modelId="{75461E50-046D-4544-BAE4-CF64256BF866}" type="sibTrans" cxnId="{AD5AE376-5EA2-42DD-9799-58A531E07B8B}">
      <dgm:prSet/>
      <dgm:spPr/>
      <dgm:t>
        <a:bodyPr/>
        <a:lstStyle/>
        <a:p>
          <a:endParaRPr lang="en-US"/>
        </a:p>
      </dgm:t>
    </dgm:pt>
    <dgm:pt modelId="{E96940A2-F7BA-4129-8BDB-BAB740402CE4}" type="pres">
      <dgm:prSet presAssocID="{B18814A3-4A05-49A3-9347-209D76EBEDF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7DB90CB-E56D-4D65-8671-931C8F7F9782}" type="pres">
      <dgm:prSet presAssocID="{CBBC35DE-E5E8-45D8-B9DA-DAA81EE7DFD5}" presName="hierRoot1" presStyleCnt="0">
        <dgm:presLayoutVars>
          <dgm:hierBranch val="init"/>
        </dgm:presLayoutVars>
      </dgm:prSet>
      <dgm:spPr/>
    </dgm:pt>
    <dgm:pt modelId="{44BA1922-FE3B-42F2-8C01-B59FDBE7F564}" type="pres">
      <dgm:prSet presAssocID="{CBBC35DE-E5E8-45D8-B9DA-DAA81EE7DFD5}" presName="rootComposite1" presStyleCnt="0"/>
      <dgm:spPr/>
    </dgm:pt>
    <dgm:pt modelId="{9929950E-5466-43EA-8E36-2A5305564D02}" type="pres">
      <dgm:prSet presAssocID="{CBBC35DE-E5E8-45D8-B9DA-DAA81EE7DFD5}" presName="rootText1" presStyleLbl="node0" presStyleIdx="0" presStyleCnt="1">
        <dgm:presLayoutVars>
          <dgm:chPref val="3"/>
        </dgm:presLayoutVars>
      </dgm:prSet>
      <dgm:spPr/>
    </dgm:pt>
    <dgm:pt modelId="{C1F07E05-181F-4B45-BBBB-83EDB3DCC914}" type="pres">
      <dgm:prSet presAssocID="{CBBC35DE-E5E8-45D8-B9DA-DAA81EE7DFD5}" presName="rootConnector1" presStyleLbl="node1" presStyleIdx="0" presStyleCnt="0"/>
      <dgm:spPr/>
    </dgm:pt>
    <dgm:pt modelId="{E12F4DB7-092A-4A95-970F-3BE35ED69D4A}" type="pres">
      <dgm:prSet presAssocID="{CBBC35DE-E5E8-45D8-B9DA-DAA81EE7DFD5}" presName="hierChild2" presStyleCnt="0"/>
      <dgm:spPr/>
    </dgm:pt>
    <dgm:pt modelId="{FAB41A31-D054-4497-9321-F3827C437611}" type="pres">
      <dgm:prSet presAssocID="{A60D98F4-F330-4269-9B32-FD400BC45AE6}" presName="Name37" presStyleLbl="parChTrans1D2" presStyleIdx="0" presStyleCnt="2"/>
      <dgm:spPr/>
    </dgm:pt>
    <dgm:pt modelId="{A0B4918A-9FE3-4F98-AF95-2FA101FD0235}" type="pres">
      <dgm:prSet presAssocID="{3D0ACDC9-482F-4777-9717-37A3774719B8}" presName="hierRoot2" presStyleCnt="0">
        <dgm:presLayoutVars>
          <dgm:hierBranch/>
        </dgm:presLayoutVars>
      </dgm:prSet>
      <dgm:spPr/>
    </dgm:pt>
    <dgm:pt modelId="{41C619AC-7A26-447F-81B5-B14FBCA1F3A4}" type="pres">
      <dgm:prSet presAssocID="{3D0ACDC9-482F-4777-9717-37A3774719B8}" presName="rootComposite" presStyleCnt="0"/>
      <dgm:spPr/>
    </dgm:pt>
    <dgm:pt modelId="{73B7AF1D-07AB-4303-864F-DDF23A1BC666}" type="pres">
      <dgm:prSet presAssocID="{3D0ACDC9-482F-4777-9717-37A3774719B8}" presName="rootText" presStyleLbl="node2" presStyleIdx="0" presStyleCnt="2">
        <dgm:presLayoutVars>
          <dgm:chPref val="3"/>
        </dgm:presLayoutVars>
      </dgm:prSet>
      <dgm:spPr/>
    </dgm:pt>
    <dgm:pt modelId="{D039955D-8899-4619-A059-7B077FA781CB}" type="pres">
      <dgm:prSet presAssocID="{3D0ACDC9-482F-4777-9717-37A3774719B8}" presName="rootConnector" presStyleLbl="node2" presStyleIdx="0" presStyleCnt="2"/>
      <dgm:spPr/>
    </dgm:pt>
    <dgm:pt modelId="{4CC35506-944B-46ED-B94E-54EDB1229C22}" type="pres">
      <dgm:prSet presAssocID="{3D0ACDC9-482F-4777-9717-37A3774719B8}" presName="hierChild4" presStyleCnt="0"/>
      <dgm:spPr/>
    </dgm:pt>
    <dgm:pt modelId="{3795F44D-E549-4695-8C45-3238C052E597}" type="pres">
      <dgm:prSet presAssocID="{E5ACF7FC-816A-4682-83C6-653F4AAA3DB7}" presName="Name35" presStyleLbl="parChTrans1D3" presStyleIdx="0" presStyleCnt="4"/>
      <dgm:spPr/>
    </dgm:pt>
    <dgm:pt modelId="{12C03A2D-10CA-44B3-81DC-80E1D05E0EDB}" type="pres">
      <dgm:prSet presAssocID="{9C36A527-3A59-4126-87B0-B77D1E6F6F74}" presName="hierRoot2" presStyleCnt="0">
        <dgm:presLayoutVars>
          <dgm:hierBranch val="init"/>
        </dgm:presLayoutVars>
      </dgm:prSet>
      <dgm:spPr/>
    </dgm:pt>
    <dgm:pt modelId="{0768E8F6-489B-4442-A7CB-19DC46C04C46}" type="pres">
      <dgm:prSet presAssocID="{9C36A527-3A59-4126-87B0-B77D1E6F6F74}" presName="rootComposite" presStyleCnt="0"/>
      <dgm:spPr/>
    </dgm:pt>
    <dgm:pt modelId="{883BE64E-6425-4DF6-9DF4-FC6877E051FB}" type="pres">
      <dgm:prSet presAssocID="{9C36A527-3A59-4126-87B0-B77D1E6F6F74}" presName="rootText" presStyleLbl="node3" presStyleIdx="0" presStyleCnt="4">
        <dgm:presLayoutVars>
          <dgm:chPref val="3"/>
        </dgm:presLayoutVars>
      </dgm:prSet>
      <dgm:spPr/>
    </dgm:pt>
    <dgm:pt modelId="{7A7C3FE5-1398-4A57-9692-8E219D4CD07D}" type="pres">
      <dgm:prSet presAssocID="{9C36A527-3A59-4126-87B0-B77D1E6F6F74}" presName="rootConnector" presStyleLbl="node3" presStyleIdx="0" presStyleCnt="4"/>
      <dgm:spPr/>
    </dgm:pt>
    <dgm:pt modelId="{8D95B890-F0EB-493B-9254-C8B084DD8CE3}" type="pres">
      <dgm:prSet presAssocID="{9C36A527-3A59-4126-87B0-B77D1E6F6F74}" presName="hierChild4" presStyleCnt="0"/>
      <dgm:spPr/>
    </dgm:pt>
    <dgm:pt modelId="{C8F99DDC-0CD5-489C-9979-B944A187479C}" type="pres">
      <dgm:prSet presAssocID="{9C36A527-3A59-4126-87B0-B77D1E6F6F74}" presName="hierChild5" presStyleCnt="0"/>
      <dgm:spPr/>
    </dgm:pt>
    <dgm:pt modelId="{61FB72D7-070B-4A56-9CCE-E0B892C16FAB}" type="pres">
      <dgm:prSet presAssocID="{B94C805F-D6F2-4742-ADDA-118E1424A3F6}" presName="Name35" presStyleLbl="parChTrans1D3" presStyleIdx="1" presStyleCnt="4"/>
      <dgm:spPr/>
    </dgm:pt>
    <dgm:pt modelId="{7B6C6103-F0D1-44B8-A9B5-65F936CFDD27}" type="pres">
      <dgm:prSet presAssocID="{7B1AF0CD-209A-4A9C-80E7-DC28D9EB021F}" presName="hierRoot2" presStyleCnt="0">
        <dgm:presLayoutVars>
          <dgm:hierBranch val="init"/>
        </dgm:presLayoutVars>
      </dgm:prSet>
      <dgm:spPr/>
    </dgm:pt>
    <dgm:pt modelId="{56EDC8FA-E28F-45B6-9F5C-2A6AAE3E7A4A}" type="pres">
      <dgm:prSet presAssocID="{7B1AF0CD-209A-4A9C-80E7-DC28D9EB021F}" presName="rootComposite" presStyleCnt="0"/>
      <dgm:spPr/>
    </dgm:pt>
    <dgm:pt modelId="{FC85A415-8AFE-48D8-BFB9-A9D6AFE1D93B}" type="pres">
      <dgm:prSet presAssocID="{7B1AF0CD-209A-4A9C-80E7-DC28D9EB021F}" presName="rootText" presStyleLbl="node3" presStyleIdx="1" presStyleCnt="4">
        <dgm:presLayoutVars>
          <dgm:chPref val="3"/>
        </dgm:presLayoutVars>
      </dgm:prSet>
      <dgm:spPr/>
    </dgm:pt>
    <dgm:pt modelId="{DE544369-D3F4-4876-A58A-0E553899271E}" type="pres">
      <dgm:prSet presAssocID="{7B1AF0CD-209A-4A9C-80E7-DC28D9EB021F}" presName="rootConnector" presStyleLbl="node3" presStyleIdx="1" presStyleCnt="4"/>
      <dgm:spPr/>
    </dgm:pt>
    <dgm:pt modelId="{AD81F695-9B13-475A-B5FB-07C1312AE94A}" type="pres">
      <dgm:prSet presAssocID="{7B1AF0CD-209A-4A9C-80E7-DC28D9EB021F}" presName="hierChild4" presStyleCnt="0"/>
      <dgm:spPr/>
    </dgm:pt>
    <dgm:pt modelId="{3752E548-F3DE-483B-BAB9-8FB886DEDA0E}" type="pres">
      <dgm:prSet presAssocID="{7B1AF0CD-209A-4A9C-80E7-DC28D9EB021F}" presName="hierChild5" presStyleCnt="0"/>
      <dgm:spPr/>
    </dgm:pt>
    <dgm:pt modelId="{F6EEE36D-C281-4C01-85BC-0AA8157E16BF}" type="pres">
      <dgm:prSet presAssocID="{3D0ACDC9-482F-4777-9717-37A3774719B8}" presName="hierChild5" presStyleCnt="0"/>
      <dgm:spPr/>
    </dgm:pt>
    <dgm:pt modelId="{4F12D109-1E51-4523-A4EE-87B6B7023636}" type="pres">
      <dgm:prSet presAssocID="{E9999DE8-D509-468B-BE77-4C16294A07B9}" presName="Name37" presStyleLbl="parChTrans1D2" presStyleIdx="1" presStyleCnt="2"/>
      <dgm:spPr/>
    </dgm:pt>
    <dgm:pt modelId="{B707B986-C592-48A9-9E8E-5EBF6FCA1D46}" type="pres">
      <dgm:prSet presAssocID="{3605DCFC-0934-4A58-9B04-3EC388B242F3}" presName="hierRoot2" presStyleCnt="0">
        <dgm:presLayoutVars>
          <dgm:hierBranch/>
        </dgm:presLayoutVars>
      </dgm:prSet>
      <dgm:spPr/>
    </dgm:pt>
    <dgm:pt modelId="{FD94BF33-B56B-48B9-846A-2E130741B460}" type="pres">
      <dgm:prSet presAssocID="{3605DCFC-0934-4A58-9B04-3EC388B242F3}" presName="rootComposite" presStyleCnt="0"/>
      <dgm:spPr/>
    </dgm:pt>
    <dgm:pt modelId="{07076AAB-AEA2-4A6C-8768-79F51DA4F397}" type="pres">
      <dgm:prSet presAssocID="{3605DCFC-0934-4A58-9B04-3EC388B242F3}" presName="rootText" presStyleLbl="node2" presStyleIdx="1" presStyleCnt="2">
        <dgm:presLayoutVars>
          <dgm:chPref val="3"/>
        </dgm:presLayoutVars>
      </dgm:prSet>
      <dgm:spPr/>
    </dgm:pt>
    <dgm:pt modelId="{623E0251-96EA-4468-8906-48B4A729B447}" type="pres">
      <dgm:prSet presAssocID="{3605DCFC-0934-4A58-9B04-3EC388B242F3}" presName="rootConnector" presStyleLbl="node2" presStyleIdx="1" presStyleCnt="2"/>
      <dgm:spPr/>
    </dgm:pt>
    <dgm:pt modelId="{5AB9A677-BFFB-4258-B5FE-484E6477FA9E}" type="pres">
      <dgm:prSet presAssocID="{3605DCFC-0934-4A58-9B04-3EC388B242F3}" presName="hierChild4" presStyleCnt="0"/>
      <dgm:spPr/>
    </dgm:pt>
    <dgm:pt modelId="{E78DD955-422C-422B-A506-EDB038A21EAF}" type="pres">
      <dgm:prSet presAssocID="{D11A6663-FBBC-44AF-90FA-C2C4960C8041}" presName="Name35" presStyleLbl="parChTrans1D3" presStyleIdx="2" presStyleCnt="4"/>
      <dgm:spPr/>
    </dgm:pt>
    <dgm:pt modelId="{EEFA0292-375E-438F-BD06-E0876F90519B}" type="pres">
      <dgm:prSet presAssocID="{B141C5D1-7999-4627-B578-C2A0934E26F4}" presName="hierRoot2" presStyleCnt="0">
        <dgm:presLayoutVars>
          <dgm:hierBranch val="init"/>
        </dgm:presLayoutVars>
      </dgm:prSet>
      <dgm:spPr/>
    </dgm:pt>
    <dgm:pt modelId="{51373295-BCAC-4A78-930F-5B57B36ECBA3}" type="pres">
      <dgm:prSet presAssocID="{B141C5D1-7999-4627-B578-C2A0934E26F4}" presName="rootComposite" presStyleCnt="0"/>
      <dgm:spPr/>
    </dgm:pt>
    <dgm:pt modelId="{31E7793A-12AB-4C04-A2D8-254F520214F0}" type="pres">
      <dgm:prSet presAssocID="{B141C5D1-7999-4627-B578-C2A0934E26F4}" presName="rootText" presStyleLbl="node3" presStyleIdx="2" presStyleCnt="4">
        <dgm:presLayoutVars>
          <dgm:chPref val="3"/>
        </dgm:presLayoutVars>
      </dgm:prSet>
      <dgm:spPr/>
    </dgm:pt>
    <dgm:pt modelId="{155C1052-F0D6-4A31-867D-A5BC28AC9EA6}" type="pres">
      <dgm:prSet presAssocID="{B141C5D1-7999-4627-B578-C2A0934E26F4}" presName="rootConnector" presStyleLbl="node3" presStyleIdx="2" presStyleCnt="4"/>
      <dgm:spPr/>
    </dgm:pt>
    <dgm:pt modelId="{F3A67344-77D1-4DA2-9413-4AC2746DA363}" type="pres">
      <dgm:prSet presAssocID="{B141C5D1-7999-4627-B578-C2A0934E26F4}" presName="hierChild4" presStyleCnt="0"/>
      <dgm:spPr/>
    </dgm:pt>
    <dgm:pt modelId="{A1755432-08F1-4765-821D-0C3222529BB0}" type="pres">
      <dgm:prSet presAssocID="{B141C5D1-7999-4627-B578-C2A0934E26F4}" presName="hierChild5" presStyleCnt="0"/>
      <dgm:spPr/>
    </dgm:pt>
    <dgm:pt modelId="{3F9113D5-28F6-4A17-A1AF-5E47A7AC2471}" type="pres">
      <dgm:prSet presAssocID="{518C925C-8E74-4860-8837-EDD2F09ED875}" presName="Name35" presStyleLbl="parChTrans1D3" presStyleIdx="3" presStyleCnt="4"/>
      <dgm:spPr/>
    </dgm:pt>
    <dgm:pt modelId="{085F5F71-9D6C-431C-8198-65A046BE829D}" type="pres">
      <dgm:prSet presAssocID="{196172CE-44A6-4977-B170-585ECE0834E4}" presName="hierRoot2" presStyleCnt="0">
        <dgm:presLayoutVars>
          <dgm:hierBranch/>
        </dgm:presLayoutVars>
      </dgm:prSet>
      <dgm:spPr/>
    </dgm:pt>
    <dgm:pt modelId="{205C40E7-D283-4230-8B2E-0D441ABAC329}" type="pres">
      <dgm:prSet presAssocID="{196172CE-44A6-4977-B170-585ECE0834E4}" presName="rootComposite" presStyleCnt="0"/>
      <dgm:spPr/>
    </dgm:pt>
    <dgm:pt modelId="{19288D85-9FFA-4DA9-9B23-BF1F41ABBCB3}" type="pres">
      <dgm:prSet presAssocID="{196172CE-44A6-4977-B170-585ECE0834E4}" presName="rootText" presStyleLbl="node3" presStyleIdx="3" presStyleCnt="4">
        <dgm:presLayoutVars>
          <dgm:chPref val="3"/>
        </dgm:presLayoutVars>
      </dgm:prSet>
      <dgm:spPr/>
    </dgm:pt>
    <dgm:pt modelId="{75C9586B-1E8B-40B2-9483-11AD2DAA95E5}" type="pres">
      <dgm:prSet presAssocID="{196172CE-44A6-4977-B170-585ECE0834E4}" presName="rootConnector" presStyleLbl="node3" presStyleIdx="3" presStyleCnt="4"/>
      <dgm:spPr/>
    </dgm:pt>
    <dgm:pt modelId="{529BA0D9-0593-4D78-A995-6EC165C55A01}" type="pres">
      <dgm:prSet presAssocID="{196172CE-44A6-4977-B170-585ECE0834E4}" presName="hierChild4" presStyleCnt="0"/>
      <dgm:spPr/>
    </dgm:pt>
    <dgm:pt modelId="{97BC2489-B76F-4C12-B8A4-2BB57B4C1601}" type="pres">
      <dgm:prSet presAssocID="{196172CE-44A6-4977-B170-585ECE0834E4}" presName="hierChild5" presStyleCnt="0"/>
      <dgm:spPr/>
    </dgm:pt>
    <dgm:pt modelId="{5E85DEFF-9258-4C03-A343-747871786B26}" type="pres">
      <dgm:prSet presAssocID="{3605DCFC-0934-4A58-9B04-3EC388B242F3}" presName="hierChild5" presStyleCnt="0"/>
      <dgm:spPr/>
    </dgm:pt>
    <dgm:pt modelId="{24CFAF82-683E-43EF-B21D-37F90D098E1E}" type="pres">
      <dgm:prSet presAssocID="{CBBC35DE-E5E8-45D8-B9DA-DAA81EE7DFD5}" presName="hierChild3" presStyleCnt="0"/>
      <dgm:spPr/>
    </dgm:pt>
  </dgm:ptLst>
  <dgm:cxnLst>
    <dgm:cxn modelId="{65661B0E-2112-4720-9298-D38BE7D4908D}" srcId="{B18814A3-4A05-49A3-9347-209D76EBEDF1}" destId="{CBBC35DE-E5E8-45D8-B9DA-DAA81EE7DFD5}" srcOrd="0" destOrd="0" parTransId="{3FBE9E90-9B81-4B86-8E03-28D62433EA65}" sibTransId="{196B5190-7928-400E-A562-B6B8C0A0BBE2}"/>
    <dgm:cxn modelId="{C003CF14-3D06-4138-9307-A125030B5911}" type="presOf" srcId="{CBBC35DE-E5E8-45D8-B9DA-DAA81EE7DFD5}" destId="{C1F07E05-181F-4B45-BBBB-83EDB3DCC914}" srcOrd="1" destOrd="0" presId="urn:microsoft.com/office/officeart/2005/8/layout/orgChart1"/>
    <dgm:cxn modelId="{E9C6F91A-119D-4F2D-8400-C9B9F12F434C}" type="presOf" srcId="{196172CE-44A6-4977-B170-585ECE0834E4}" destId="{75C9586B-1E8B-40B2-9483-11AD2DAA95E5}" srcOrd="1" destOrd="0" presId="urn:microsoft.com/office/officeart/2005/8/layout/orgChart1"/>
    <dgm:cxn modelId="{CCB0E024-E263-456F-8151-A6BF2F3F7DE8}" type="presOf" srcId="{196172CE-44A6-4977-B170-585ECE0834E4}" destId="{19288D85-9FFA-4DA9-9B23-BF1F41ABBCB3}" srcOrd="0" destOrd="0" presId="urn:microsoft.com/office/officeart/2005/8/layout/orgChart1"/>
    <dgm:cxn modelId="{A6309F28-9F60-4737-A26B-6BE6EECDB9DD}" type="presOf" srcId="{518C925C-8E74-4860-8837-EDD2F09ED875}" destId="{3F9113D5-28F6-4A17-A1AF-5E47A7AC2471}" srcOrd="0" destOrd="0" presId="urn:microsoft.com/office/officeart/2005/8/layout/orgChart1"/>
    <dgm:cxn modelId="{01FB7C2D-15FC-4FA9-9654-05233B2ACE6C}" type="presOf" srcId="{7B1AF0CD-209A-4A9C-80E7-DC28D9EB021F}" destId="{DE544369-D3F4-4876-A58A-0E553899271E}" srcOrd="1" destOrd="0" presId="urn:microsoft.com/office/officeart/2005/8/layout/orgChart1"/>
    <dgm:cxn modelId="{096AAA2D-19A6-4D73-B999-6BDB043129D0}" type="presOf" srcId="{9C36A527-3A59-4126-87B0-B77D1E6F6F74}" destId="{883BE64E-6425-4DF6-9DF4-FC6877E051FB}" srcOrd="0" destOrd="0" presId="urn:microsoft.com/office/officeart/2005/8/layout/orgChart1"/>
    <dgm:cxn modelId="{A32AF337-7624-40BE-B04F-C1F05D1B8CF4}" type="presOf" srcId="{9C36A527-3A59-4126-87B0-B77D1E6F6F74}" destId="{7A7C3FE5-1398-4A57-9692-8E219D4CD07D}" srcOrd="1" destOrd="0" presId="urn:microsoft.com/office/officeart/2005/8/layout/orgChart1"/>
    <dgm:cxn modelId="{F851EC64-4363-49DE-8A98-E5B388758AB1}" type="presOf" srcId="{D11A6663-FBBC-44AF-90FA-C2C4960C8041}" destId="{E78DD955-422C-422B-A506-EDB038A21EAF}" srcOrd="0" destOrd="0" presId="urn:microsoft.com/office/officeart/2005/8/layout/orgChart1"/>
    <dgm:cxn modelId="{9DB6B648-1C49-4BCC-AD13-2591B03D7A14}" type="presOf" srcId="{3605DCFC-0934-4A58-9B04-3EC388B242F3}" destId="{623E0251-96EA-4468-8906-48B4A729B447}" srcOrd="1" destOrd="0" presId="urn:microsoft.com/office/officeart/2005/8/layout/orgChart1"/>
    <dgm:cxn modelId="{D5E3CD72-8FA0-4F60-9D05-322B988B5A68}" type="presOf" srcId="{B18814A3-4A05-49A3-9347-209D76EBEDF1}" destId="{E96940A2-F7BA-4129-8BDB-BAB740402CE4}" srcOrd="0" destOrd="0" presId="urn:microsoft.com/office/officeart/2005/8/layout/orgChart1"/>
    <dgm:cxn modelId="{AD5AE376-5EA2-42DD-9799-58A531E07B8B}" srcId="{3605DCFC-0934-4A58-9B04-3EC388B242F3}" destId="{196172CE-44A6-4977-B170-585ECE0834E4}" srcOrd="1" destOrd="0" parTransId="{518C925C-8E74-4860-8837-EDD2F09ED875}" sibTransId="{75461E50-046D-4544-BAE4-CF64256BF866}"/>
    <dgm:cxn modelId="{2D9BC685-94CA-4356-A1D7-95383C8788CA}" type="presOf" srcId="{B94C805F-D6F2-4742-ADDA-118E1424A3F6}" destId="{61FB72D7-070B-4A56-9CCE-E0B892C16FAB}" srcOrd="0" destOrd="0" presId="urn:microsoft.com/office/officeart/2005/8/layout/orgChart1"/>
    <dgm:cxn modelId="{2CB5FD87-54A8-4FC9-9D0D-2A2FF2C6449B}" srcId="{CBBC35DE-E5E8-45D8-B9DA-DAA81EE7DFD5}" destId="{3605DCFC-0934-4A58-9B04-3EC388B242F3}" srcOrd="1" destOrd="0" parTransId="{E9999DE8-D509-468B-BE77-4C16294A07B9}" sibTransId="{7ABBFF2D-E9FB-46C8-82C7-38C32DF27850}"/>
    <dgm:cxn modelId="{2E2BDC88-A79F-4D0D-A642-8194E8DCAB0F}" type="presOf" srcId="{E5ACF7FC-816A-4682-83C6-653F4AAA3DB7}" destId="{3795F44D-E549-4695-8C45-3238C052E597}" srcOrd="0" destOrd="0" presId="urn:microsoft.com/office/officeart/2005/8/layout/orgChart1"/>
    <dgm:cxn modelId="{6C47C28F-143F-4166-8F23-AD15918D8054}" type="presOf" srcId="{B141C5D1-7999-4627-B578-C2A0934E26F4}" destId="{31E7793A-12AB-4C04-A2D8-254F520214F0}" srcOrd="0" destOrd="0" presId="urn:microsoft.com/office/officeart/2005/8/layout/orgChart1"/>
    <dgm:cxn modelId="{5DE11690-116D-4F68-9CFA-70426C43A963}" type="presOf" srcId="{3D0ACDC9-482F-4777-9717-37A3774719B8}" destId="{73B7AF1D-07AB-4303-864F-DDF23A1BC666}" srcOrd="0" destOrd="0" presId="urn:microsoft.com/office/officeart/2005/8/layout/orgChart1"/>
    <dgm:cxn modelId="{858C3D95-0567-4348-B6EE-D8864A6E92C6}" type="presOf" srcId="{E9999DE8-D509-468B-BE77-4C16294A07B9}" destId="{4F12D109-1E51-4523-A4EE-87B6B7023636}" srcOrd="0" destOrd="0" presId="urn:microsoft.com/office/officeart/2005/8/layout/orgChart1"/>
    <dgm:cxn modelId="{3FA81BA1-38D5-409C-90BC-CA3AB5B23F45}" type="presOf" srcId="{3605DCFC-0934-4A58-9B04-3EC388B242F3}" destId="{07076AAB-AEA2-4A6C-8768-79F51DA4F397}" srcOrd="0" destOrd="0" presId="urn:microsoft.com/office/officeart/2005/8/layout/orgChart1"/>
    <dgm:cxn modelId="{4559AFA2-80B6-472E-A8FA-432CAFB51741}" type="presOf" srcId="{CBBC35DE-E5E8-45D8-B9DA-DAA81EE7DFD5}" destId="{9929950E-5466-43EA-8E36-2A5305564D02}" srcOrd="0" destOrd="0" presId="urn:microsoft.com/office/officeart/2005/8/layout/orgChart1"/>
    <dgm:cxn modelId="{B64EC6AB-F4A4-418A-82B3-2FA0438F00CB}" srcId="{3D0ACDC9-482F-4777-9717-37A3774719B8}" destId="{9C36A527-3A59-4126-87B0-B77D1E6F6F74}" srcOrd="0" destOrd="0" parTransId="{E5ACF7FC-816A-4682-83C6-653F4AAA3DB7}" sibTransId="{E5C1E88D-3536-48CD-B59D-7C9AC4DB767A}"/>
    <dgm:cxn modelId="{C2CA90D6-1DBC-4004-9EA3-978C0798C5AA}" type="presOf" srcId="{3D0ACDC9-482F-4777-9717-37A3774719B8}" destId="{D039955D-8899-4619-A059-7B077FA781CB}" srcOrd="1" destOrd="0" presId="urn:microsoft.com/office/officeart/2005/8/layout/orgChart1"/>
    <dgm:cxn modelId="{019130E0-BDC0-433D-8DF4-5E05C8DFEDB1}" srcId="{CBBC35DE-E5E8-45D8-B9DA-DAA81EE7DFD5}" destId="{3D0ACDC9-482F-4777-9717-37A3774719B8}" srcOrd="0" destOrd="0" parTransId="{A60D98F4-F330-4269-9B32-FD400BC45AE6}" sibTransId="{4E7BBC91-46C5-4B7B-8F78-0919E5451B5F}"/>
    <dgm:cxn modelId="{FAA1A8EC-255C-4384-B3D6-8DE87B468FBA}" srcId="{3D0ACDC9-482F-4777-9717-37A3774719B8}" destId="{7B1AF0CD-209A-4A9C-80E7-DC28D9EB021F}" srcOrd="1" destOrd="0" parTransId="{B94C805F-D6F2-4742-ADDA-118E1424A3F6}" sibTransId="{062CD51B-349C-4BF0-B15C-4C94AD85E298}"/>
    <dgm:cxn modelId="{2F7C8AF5-5DF7-4EEF-A206-291758C489D2}" srcId="{3605DCFC-0934-4A58-9B04-3EC388B242F3}" destId="{B141C5D1-7999-4627-B578-C2A0934E26F4}" srcOrd="0" destOrd="0" parTransId="{D11A6663-FBBC-44AF-90FA-C2C4960C8041}" sibTransId="{11F57830-563F-4CF7-A20A-D2CEA6C8CA98}"/>
    <dgm:cxn modelId="{A70253F8-DD85-4BF3-B03C-C72B54FD5808}" type="presOf" srcId="{A60D98F4-F330-4269-9B32-FD400BC45AE6}" destId="{FAB41A31-D054-4497-9321-F3827C437611}" srcOrd="0" destOrd="0" presId="urn:microsoft.com/office/officeart/2005/8/layout/orgChart1"/>
    <dgm:cxn modelId="{52BE91F8-049B-4229-85A3-BE9DF57E0694}" type="presOf" srcId="{7B1AF0CD-209A-4A9C-80E7-DC28D9EB021F}" destId="{FC85A415-8AFE-48D8-BFB9-A9D6AFE1D93B}" srcOrd="0" destOrd="0" presId="urn:microsoft.com/office/officeart/2005/8/layout/orgChart1"/>
    <dgm:cxn modelId="{BD7B08F9-AE14-4A59-8E1B-96ECA8CCA73C}" type="presOf" srcId="{B141C5D1-7999-4627-B578-C2A0934E26F4}" destId="{155C1052-F0D6-4A31-867D-A5BC28AC9EA6}" srcOrd="1" destOrd="0" presId="urn:microsoft.com/office/officeart/2005/8/layout/orgChart1"/>
    <dgm:cxn modelId="{9EDCE6A6-2497-4381-A144-F03BAD9C3B44}" type="presParOf" srcId="{E96940A2-F7BA-4129-8BDB-BAB740402CE4}" destId="{77DB90CB-E56D-4D65-8671-931C8F7F9782}" srcOrd="0" destOrd="0" presId="urn:microsoft.com/office/officeart/2005/8/layout/orgChart1"/>
    <dgm:cxn modelId="{0624FEB9-A7F3-4AEF-A5F9-D6BCE63BF7E6}" type="presParOf" srcId="{77DB90CB-E56D-4D65-8671-931C8F7F9782}" destId="{44BA1922-FE3B-42F2-8C01-B59FDBE7F564}" srcOrd="0" destOrd="0" presId="urn:microsoft.com/office/officeart/2005/8/layout/orgChart1"/>
    <dgm:cxn modelId="{AE16926F-4DE4-43FF-AD5E-81B5FC3FCAD5}" type="presParOf" srcId="{44BA1922-FE3B-42F2-8C01-B59FDBE7F564}" destId="{9929950E-5466-43EA-8E36-2A5305564D02}" srcOrd="0" destOrd="0" presId="urn:microsoft.com/office/officeart/2005/8/layout/orgChart1"/>
    <dgm:cxn modelId="{600844C3-0E14-4425-A14D-44F91906B703}" type="presParOf" srcId="{44BA1922-FE3B-42F2-8C01-B59FDBE7F564}" destId="{C1F07E05-181F-4B45-BBBB-83EDB3DCC914}" srcOrd="1" destOrd="0" presId="urn:microsoft.com/office/officeart/2005/8/layout/orgChart1"/>
    <dgm:cxn modelId="{18C08B87-9193-4DAD-AAFF-C438C93C73C4}" type="presParOf" srcId="{77DB90CB-E56D-4D65-8671-931C8F7F9782}" destId="{E12F4DB7-092A-4A95-970F-3BE35ED69D4A}" srcOrd="1" destOrd="0" presId="urn:microsoft.com/office/officeart/2005/8/layout/orgChart1"/>
    <dgm:cxn modelId="{32AFFBC9-3330-46C4-86FE-D52453F0578B}" type="presParOf" srcId="{E12F4DB7-092A-4A95-970F-3BE35ED69D4A}" destId="{FAB41A31-D054-4497-9321-F3827C437611}" srcOrd="0" destOrd="0" presId="urn:microsoft.com/office/officeart/2005/8/layout/orgChart1"/>
    <dgm:cxn modelId="{2ED27186-DE0E-4D33-AE3F-41C47793B35B}" type="presParOf" srcId="{E12F4DB7-092A-4A95-970F-3BE35ED69D4A}" destId="{A0B4918A-9FE3-4F98-AF95-2FA101FD0235}" srcOrd="1" destOrd="0" presId="urn:microsoft.com/office/officeart/2005/8/layout/orgChart1"/>
    <dgm:cxn modelId="{C3B67AC6-3454-4AFE-A41D-C98ED6D92739}" type="presParOf" srcId="{A0B4918A-9FE3-4F98-AF95-2FA101FD0235}" destId="{41C619AC-7A26-447F-81B5-B14FBCA1F3A4}" srcOrd="0" destOrd="0" presId="urn:microsoft.com/office/officeart/2005/8/layout/orgChart1"/>
    <dgm:cxn modelId="{D053B5FD-06AD-403D-A676-5A1C0CD212E5}" type="presParOf" srcId="{41C619AC-7A26-447F-81B5-B14FBCA1F3A4}" destId="{73B7AF1D-07AB-4303-864F-DDF23A1BC666}" srcOrd="0" destOrd="0" presId="urn:microsoft.com/office/officeart/2005/8/layout/orgChart1"/>
    <dgm:cxn modelId="{502528EF-F80A-4A06-9601-96E686A9E7EC}" type="presParOf" srcId="{41C619AC-7A26-447F-81B5-B14FBCA1F3A4}" destId="{D039955D-8899-4619-A059-7B077FA781CB}" srcOrd="1" destOrd="0" presId="urn:microsoft.com/office/officeart/2005/8/layout/orgChart1"/>
    <dgm:cxn modelId="{97066A27-E6FF-4774-A626-AD7A737D597C}" type="presParOf" srcId="{A0B4918A-9FE3-4F98-AF95-2FA101FD0235}" destId="{4CC35506-944B-46ED-B94E-54EDB1229C22}" srcOrd="1" destOrd="0" presId="urn:microsoft.com/office/officeart/2005/8/layout/orgChart1"/>
    <dgm:cxn modelId="{646640F1-B21F-409C-8123-6E8F3922B468}" type="presParOf" srcId="{4CC35506-944B-46ED-B94E-54EDB1229C22}" destId="{3795F44D-E549-4695-8C45-3238C052E597}" srcOrd="0" destOrd="0" presId="urn:microsoft.com/office/officeart/2005/8/layout/orgChart1"/>
    <dgm:cxn modelId="{22C7AC83-0082-4612-9743-171CF2608E9F}" type="presParOf" srcId="{4CC35506-944B-46ED-B94E-54EDB1229C22}" destId="{12C03A2D-10CA-44B3-81DC-80E1D05E0EDB}" srcOrd="1" destOrd="0" presId="urn:microsoft.com/office/officeart/2005/8/layout/orgChart1"/>
    <dgm:cxn modelId="{C59BBBAC-BE62-4C92-984B-CC0845063F98}" type="presParOf" srcId="{12C03A2D-10CA-44B3-81DC-80E1D05E0EDB}" destId="{0768E8F6-489B-4442-A7CB-19DC46C04C46}" srcOrd="0" destOrd="0" presId="urn:microsoft.com/office/officeart/2005/8/layout/orgChart1"/>
    <dgm:cxn modelId="{6D81BDC4-B439-4A29-A71C-5D1A5833BB2F}" type="presParOf" srcId="{0768E8F6-489B-4442-A7CB-19DC46C04C46}" destId="{883BE64E-6425-4DF6-9DF4-FC6877E051FB}" srcOrd="0" destOrd="0" presId="urn:microsoft.com/office/officeart/2005/8/layout/orgChart1"/>
    <dgm:cxn modelId="{C84AFE49-72E1-49F1-AD5C-DB3FA434A1B5}" type="presParOf" srcId="{0768E8F6-489B-4442-A7CB-19DC46C04C46}" destId="{7A7C3FE5-1398-4A57-9692-8E219D4CD07D}" srcOrd="1" destOrd="0" presId="urn:microsoft.com/office/officeart/2005/8/layout/orgChart1"/>
    <dgm:cxn modelId="{F1A37A9C-DBA0-4933-9DC8-7E3078932A73}" type="presParOf" srcId="{12C03A2D-10CA-44B3-81DC-80E1D05E0EDB}" destId="{8D95B890-F0EB-493B-9254-C8B084DD8CE3}" srcOrd="1" destOrd="0" presId="urn:microsoft.com/office/officeart/2005/8/layout/orgChart1"/>
    <dgm:cxn modelId="{A1AF3AE2-83B6-49F2-BAD5-440A812B9E74}" type="presParOf" srcId="{12C03A2D-10CA-44B3-81DC-80E1D05E0EDB}" destId="{C8F99DDC-0CD5-489C-9979-B944A187479C}" srcOrd="2" destOrd="0" presId="urn:microsoft.com/office/officeart/2005/8/layout/orgChart1"/>
    <dgm:cxn modelId="{B635A3BC-75A6-4A04-A8A0-18981686FFFF}" type="presParOf" srcId="{4CC35506-944B-46ED-B94E-54EDB1229C22}" destId="{61FB72D7-070B-4A56-9CCE-E0B892C16FAB}" srcOrd="2" destOrd="0" presId="urn:microsoft.com/office/officeart/2005/8/layout/orgChart1"/>
    <dgm:cxn modelId="{57B03DCF-C1C0-4E76-8FD1-C482AD5B2ADB}" type="presParOf" srcId="{4CC35506-944B-46ED-B94E-54EDB1229C22}" destId="{7B6C6103-F0D1-44B8-A9B5-65F936CFDD27}" srcOrd="3" destOrd="0" presId="urn:microsoft.com/office/officeart/2005/8/layout/orgChart1"/>
    <dgm:cxn modelId="{45C76D46-751A-40D1-9ACA-E6947C040621}" type="presParOf" srcId="{7B6C6103-F0D1-44B8-A9B5-65F936CFDD27}" destId="{56EDC8FA-E28F-45B6-9F5C-2A6AAE3E7A4A}" srcOrd="0" destOrd="0" presId="urn:microsoft.com/office/officeart/2005/8/layout/orgChart1"/>
    <dgm:cxn modelId="{FC7DB5EA-1183-408A-BF6F-458C4E16FA4E}" type="presParOf" srcId="{56EDC8FA-E28F-45B6-9F5C-2A6AAE3E7A4A}" destId="{FC85A415-8AFE-48D8-BFB9-A9D6AFE1D93B}" srcOrd="0" destOrd="0" presId="urn:microsoft.com/office/officeart/2005/8/layout/orgChart1"/>
    <dgm:cxn modelId="{02841913-9B0E-4EB3-8E0B-242062F33A19}" type="presParOf" srcId="{56EDC8FA-E28F-45B6-9F5C-2A6AAE3E7A4A}" destId="{DE544369-D3F4-4876-A58A-0E553899271E}" srcOrd="1" destOrd="0" presId="urn:microsoft.com/office/officeart/2005/8/layout/orgChart1"/>
    <dgm:cxn modelId="{C422A19E-1FB1-4142-947F-13EDDD64B505}" type="presParOf" srcId="{7B6C6103-F0D1-44B8-A9B5-65F936CFDD27}" destId="{AD81F695-9B13-475A-B5FB-07C1312AE94A}" srcOrd="1" destOrd="0" presId="urn:microsoft.com/office/officeart/2005/8/layout/orgChart1"/>
    <dgm:cxn modelId="{10853125-1DD7-4041-ADE7-FBD41CB7FF4E}" type="presParOf" srcId="{7B6C6103-F0D1-44B8-A9B5-65F936CFDD27}" destId="{3752E548-F3DE-483B-BAB9-8FB886DEDA0E}" srcOrd="2" destOrd="0" presId="urn:microsoft.com/office/officeart/2005/8/layout/orgChart1"/>
    <dgm:cxn modelId="{0A3F5FC0-C011-4BB1-A2C1-F73C3C646A06}" type="presParOf" srcId="{A0B4918A-9FE3-4F98-AF95-2FA101FD0235}" destId="{F6EEE36D-C281-4C01-85BC-0AA8157E16BF}" srcOrd="2" destOrd="0" presId="urn:microsoft.com/office/officeart/2005/8/layout/orgChart1"/>
    <dgm:cxn modelId="{3AF2BB14-2003-416E-A00C-6A0D4273EB56}" type="presParOf" srcId="{E12F4DB7-092A-4A95-970F-3BE35ED69D4A}" destId="{4F12D109-1E51-4523-A4EE-87B6B7023636}" srcOrd="2" destOrd="0" presId="urn:microsoft.com/office/officeart/2005/8/layout/orgChart1"/>
    <dgm:cxn modelId="{D6BE4143-A5AB-4965-8E9A-9756FF89EE24}" type="presParOf" srcId="{E12F4DB7-092A-4A95-970F-3BE35ED69D4A}" destId="{B707B986-C592-48A9-9E8E-5EBF6FCA1D46}" srcOrd="3" destOrd="0" presId="urn:microsoft.com/office/officeart/2005/8/layout/orgChart1"/>
    <dgm:cxn modelId="{3C920117-0148-4BDF-8A7B-3479457CB62B}" type="presParOf" srcId="{B707B986-C592-48A9-9E8E-5EBF6FCA1D46}" destId="{FD94BF33-B56B-48B9-846A-2E130741B460}" srcOrd="0" destOrd="0" presId="urn:microsoft.com/office/officeart/2005/8/layout/orgChart1"/>
    <dgm:cxn modelId="{58B686CC-33C0-4817-8341-ABA375E09BA5}" type="presParOf" srcId="{FD94BF33-B56B-48B9-846A-2E130741B460}" destId="{07076AAB-AEA2-4A6C-8768-79F51DA4F397}" srcOrd="0" destOrd="0" presId="urn:microsoft.com/office/officeart/2005/8/layout/orgChart1"/>
    <dgm:cxn modelId="{3563B45F-A6F5-4566-BBD8-BDB09976611C}" type="presParOf" srcId="{FD94BF33-B56B-48B9-846A-2E130741B460}" destId="{623E0251-96EA-4468-8906-48B4A729B447}" srcOrd="1" destOrd="0" presId="urn:microsoft.com/office/officeart/2005/8/layout/orgChart1"/>
    <dgm:cxn modelId="{BDEA9533-6B79-4C76-A80A-0E3B631F2636}" type="presParOf" srcId="{B707B986-C592-48A9-9E8E-5EBF6FCA1D46}" destId="{5AB9A677-BFFB-4258-B5FE-484E6477FA9E}" srcOrd="1" destOrd="0" presId="urn:microsoft.com/office/officeart/2005/8/layout/orgChart1"/>
    <dgm:cxn modelId="{7633108C-40F5-4FB3-811A-5F7A1F6504AD}" type="presParOf" srcId="{5AB9A677-BFFB-4258-B5FE-484E6477FA9E}" destId="{E78DD955-422C-422B-A506-EDB038A21EAF}" srcOrd="0" destOrd="0" presId="urn:microsoft.com/office/officeart/2005/8/layout/orgChart1"/>
    <dgm:cxn modelId="{CB61EDDD-6470-4FAE-BF10-FE6A932874C6}" type="presParOf" srcId="{5AB9A677-BFFB-4258-B5FE-484E6477FA9E}" destId="{EEFA0292-375E-438F-BD06-E0876F90519B}" srcOrd="1" destOrd="0" presId="urn:microsoft.com/office/officeart/2005/8/layout/orgChart1"/>
    <dgm:cxn modelId="{AF850E88-2F4A-4B65-A001-3A99B6F15645}" type="presParOf" srcId="{EEFA0292-375E-438F-BD06-E0876F90519B}" destId="{51373295-BCAC-4A78-930F-5B57B36ECBA3}" srcOrd="0" destOrd="0" presId="urn:microsoft.com/office/officeart/2005/8/layout/orgChart1"/>
    <dgm:cxn modelId="{F78AE168-3D58-4494-930F-1CA1862FA4A5}" type="presParOf" srcId="{51373295-BCAC-4A78-930F-5B57B36ECBA3}" destId="{31E7793A-12AB-4C04-A2D8-254F520214F0}" srcOrd="0" destOrd="0" presId="urn:microsoft.com/office/officeart/2005/8/layout/orgChart1"/>
    <dgm:cxn modelId="{46C8B29D-19CA-462B-AE75-F66303A954EC}" type="presParOf" srcId="{51373295-BCAC-4A78-930F-5B57B36ECBA3}" destId="{155C1052-F0D6-4A31-867D-A5BC28AC9EA6}" srcOrd="1" destOrd="0" presId="urn:microsoft.com/office/officeart/2005/8/layout/orgChart1"/>
    <dgm:cxn modelId="{FFE72149-36B2-4C6C-807A-C598AAEB4E52}" type="presParOf" srcId="{EEFA0292-375E-438F-BD06-E0876F90519B}" destId="{F3A67344-77D1-4DA2-9413-4AC2746DA363}" srcOrd="1" destOrd="0" presId="urn:microsoft.com/office/officeart/2005/8/layout/orgChart1"/>
    <dgm:cxn modelId="{61F4BD0C-A5C1-4B27-9272-656D352D916C}" type="presParOf" srcId="{EEFA0292-375E-438F-BD06-E0876F90519B}" destId="{A1755432-08F1-4765-821D-0C3222529BB0}" srcOrd="2" destOrd="0" presId="urn:microsoft.com/office/officeart/2005/8/layout/orgChart1"/>
    <dgm:cxn modelId="{FD2B3E51-507E-4A76-98D6-9FC603DDDA10}" type="presParOf" srcId="{5AB9A677-BFFB-4258-B5FE-484E6477FA9E}" destId="{3F9113D5-28F6-4A17-A1AF-5E47A7AC2471}" srcOrd="2" destOrd="0" presId="urn:microsoft.com/office/officeart/2005/8/layout/orgChart1"/>
    <dgm:cxn modelId="{1988D756-E9D2-4B92-85A6-1D24C0FE935E}" type="presParOf" srcId="{5AB9A677-BFFB-4258-B5FE-484E6477FA9E}" destId="{085F5F71-9D6C-431C-8198-65A046BE829D}" srcOrd="3" destOrd="0" presId="urn:microsoft.com/office/officeart/2005/8/layout/orgChart1"/>
    <dgm:cxn modelId="{8683C070-9DC7-4D6C-AABB-6284176C8F03}" type="presParOf" srcId="{085F5F71-9D6C-431C-8198-65A046BE829D}" destId="{205C40E7-D283-4230-8B2E-0D441ABAC329}" srcOrd="0" destOrd="0" presId="urn:microsoft.com/office/officeart/2005/8/layout/orgChart1"/>
    <dgm:cxn modelId="{6427F56D-1D0A-4D56-9ADC-DC989E704B8B}" type="presParOf" srcId="{205C40E7-D283-4230-8B2E-0D441ABAC329}" destId="{19288D85-9FFA-4DA9-9B23-BF1F41ABBCB3}" srcOrd="0" destOrd="0" presId="urn:microsoft.com/office/officeart/2005/8/layout/orgChart1"/>
    <dgm:cxn modelId="{22E46913-9D74-4D03-9E96-80AEB467D42E}" type="presParOf" srcId="{205C40E7-D283-4230-8B2E-0D441ABAC329}" destId="{75C9586B-1E8B-40B2-9483-11AD2DAA95E5}" srcOrd="1" destOrd="0" presId="urn:microsoft.com/office/officeart/2005/8/layout/orgChart1"/>
    <dgm:cxn modelId="{68F42953-00C0-4EE1-B683-928753866655}" type="presParOf" srcId="{085F5F71-9D6C-431C-8198-65A046BE829D}" destId="{529BA0D9-0593-4D78-A995-6EC165C55A01}" srcOrd="1" destOrd="0" presId="urn:microsoft.com/office/officeart/2005/8/layout/orgChart1"/>
    <dgm:cxn modelId="{E642817C-1A72-4C5E-9291-06A0A92A4682}" type="presParOf" srcId="{085F5F71-9D6C-431C-8198-65A046BE829D}" destId="{97BC2489-B76F-4C12-B8A4-2BB57B4C1601}" srcOrd="2" destOrd="0" presId="urn:microsoft.com/office/officeart/2005/8/layout/orgChart1"/>
    <dgm:cxn modelId="{665365C9-2CF3-406E-AA59-255FA8214439}" type="presParOf" srcId="{B707B986-C592-48A9-9E8E-5EBF6FCA1D46}" destId="{5E85DEFF-9258-4C03-A343-747871786B26}" srcOrd="2" destOrd="0" presId="urn:microsoft.com/office/officeart/2005/8/layout/orgChart1"/>
    <dgm:cxn modelId="{435C99E0-1B99-40F5-B30B-0CE04F2FFEB7}" type="presParOf" srcId="{77DB90CB-E56D-4D65-8671-931C8F7F9782}" destId="{24CFAF82-683E-43EF-B21D-37F90D098E1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81113A-D585-4322-941B-19BB32F8FE9A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182964-AC4B-4965-9460-0ABD5E2C7FD6}">
      <dgm:prSet phldrT="[Text]" custT="1"/>
      <dgm:spPr/>
      <dgm:t>
        <a:bodyPr/>
        <a:lstStyle/>
        <a:p>
          <a:r>
            <a:rPr lang="en-US" sz="2000" dirty="0"/>
            <a:t>Feline</a:t>
          </a:r>
        </a:p>
      </dgm:t>
    </dgm:pt>
    <dgm:pt modelId="{46D18C8A-DF65-4E7A-B8B0-51D5CA1E7F10}" type="parTrans" cxnId="{53BFE89D-AE0D-4B4E-A4DE-EBF28B6A95F2}">
      <dgm:prSet/>
      <dgm:spPr/>
      <dgm:t>
        <a:bodyPr/>
        <a:lstStyle/>
        <a:p>
          <a:endParaRPr lang="en-US" sz="2000"/>
        </a:p>
      </dgm:t>
    </dgm:pt>
    <dgm:pt modelId="{28459E69-38B4-4E08-9C55-F23939552A77}" type="sibTrans" cxnId="{53BFE89D-AE0D-4B4E-A4DE-EBF28B6A95F2}">
      <dgm:prSet/>
      <dgm:spPr/>
      <dgm:t>
        <a:bodyPr/>
        <a:lstStyle/>
        <a:p>
          <a:endParaRPr lang="en-US" sz="2000"/>
        </a:p>
      </dgm:t>
    </dgm:pt>
    <dgm:pt modelId="{5890229C-F837-4216-82FC-E85B47C3F9B1}">
      <dgm:prSet phldrT="[Text]" custT="1"/>
      <dgm:spPr/>
      <dgm:t>
        <a:bodyPr/>
        <a:lstStyle/>
        <a:p>
          <a:r>
            <a:rPr lang="en-US" sz="2000" dirty="0"/>
            <a:t>Cat</a:t>
          </a:r>
        </a:p>
      </dgm:t>
    </dgm:pt>
    <dgm:pt modelId="{31AAE615-1E58-4317-B3EB-B0B04930462F}" type="parTrans" cxnId="{140C7701-2014-4F2F-BD7C-9FBAB89E2BC0}">
      <dgm:prSet/>
      <dgm:spPr/>
      <dgm:t>
        <a:bodyPr/>
        <a:lstStyle/>
        <a:p>
          <a:endParaRPr lang="en-US" sz="2000"/>
        </a:p>
      </dgm:t>
    </dgm:pt>
    <dgm:pt modelId="{00623DB3-F88D-4926-B410-49099629F7D8}" type="sibTrans" cxnId="{140C7701-2014-4F2F-BD7C-9FBAB89E2BC0}">
      <dgm:prSet/>
      <dgm:spPr/>
      <dgm:t>
        <a:bodyPr/>
        <a:lstStyle/>
        <a:p>
          <a:endParaRPr lang="en-US" sz="2000"/>
        </a:p>
      </dgm:t>
    </dgm:pt>
    <dgm:pt modelId="{4DCC8F9D-9B34-422D-A889-8D9C054C2106}">
      <dgm:prSet phldrT="[Text]" custT="1"/>
      <dgm:spPr/>
      <dgm:t>
        <a:bodyPr/>
        <a:lstStyle/>
        <a:p>
          <a:r>
            <a:rPr lang="en-US" sz="2000" dirty="0"/>
            <a:t>Tiger</a:t>
          </a:r>
        </a:p>
      </dgm:t>
    </dgm:pt>
    <dgm:pt modelId="{A4B6B34B-C1D5-415C-ADB4-6C1ADDA8032D}" type="parTrans" cxnId="{DB72294C-9C10-49F4-AA77-8791F6F1CF99}">
      <dgm:prSet/>
      <dgm:spPr/>
      <dgm:t>
        <a:bodyPr/>
        <a:lstStyle/>
        <a:p>
          <a:endParaRPr lang="en-US" sz="2000"/>
        </a:p>
      </dgm:t>
    </dgm:pt>
    <dgm:pt modelId="{BDA03F10-E097-4A1A-81DC-C7A8AE8679D4}" type="sibTrans" cxnId="{DB72294C-9C10-49F4-AA77-8791F6F1CF99}">
      <dgm:prSet/>
      <dgm:spPr/>
      <dgm:t>
        <a:bodyPr/>
        <a:lstStyle/>
        <a:p>
          <a:endParaRPr lang="en-US" sz="2000"/>
        </a:p>
      </dgm:t>
    </dgm:pt>
    <dgm:pt modelId="{1CA71902-1668-4431-8167-0C1777000F89}">
      <dgm:prSet phldrT="[Text]" custT="1"/>
      <dgm:spPr/>
      <dgm:t>
        <a:bodyPr/>
        <a:lstStyle/>
        <a:p>
          <a:r>
            <a:rPr lang="en-US" sz="2000" dirty="0"/>
            <a:t>Lion</a:t>
          </a:r>
        </a:p>
      </dgm:t>
    </dgm:pt>
    <dgm:pt modelId="{0417D955-E9A5-4926-AAD1-DFAA44D0B959}" type="parTrans" cxnId="{3EB57756-CE61-4A18-B4AD-07F007844538}">
      <dgm:prSet/>
      <dgm:spPr/>
      <dgm:t>
        <a:bodyPr/>
        <a:lstStyle/>
        <a:p>
          <a:endParaRPr lang="en-US" sz="2000"/>
        </a:p>
      </dgm:t>
    </dgm:pt>
    <dgm:pt modelId="{77730E32-F69E-47C5-A5C1-2BE800C1783E}" type="sibTrans" cxnId="{3EB57756-CE61-4A18-B4AD-07F007844538}">
      <dgm:prSet/>
      <dgm:spPr/>
      <dgm:t>
        <a:bodyPr/>
        <a:lstStyle/>
        <a:p>
          <a:endParaRPr lang="en-US" sz="2000"/>
        </a:p>
      </dgm:t>
    </dgm:pt>
    <dgm:pt modelId="{A97599A8-0CB0-406D-B9F7-ADF18027EA39}" type="pres">
      <dgm:prSet presAssocID="{4B81113A-D585-4322-941B-19BB32F8FE9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6034E78-51D8-477E-AD9B-5B3E09885199}" type="pres">
      <dgm:prSet presAssocID="{21182964-AC4B-4965-9460-0ABD5E2C7FD6}" presName="hierRoot1" presStyleCnt="0">
        <dgm:presLayoutVars>
          <dgm:hierBranch val="init"/>
        </dgm:presLayoutVars>
      </dgm:prSet>
      <dgm:spPr/>
    </dgm:pt>
    <dgm:pt modelId="{4D2910D9-D149-4567-BFC4-A3BEAB261369}" type="pres">
      <dgm:prSet presAssocID="{21182964-AC4B-4965-9460-0ABD5E2C7FD6}" presName="rootComposite1" presStyleCnt="0"/>
      <dgm:spPr/>
    </dgm:pt>
    <dgm:pt modelId="{BA11F177-AA37-4645-B6F5-8A2BCF5E9FD3}" type="pres">
      <dgm:prSet presAssocID="{21182964-AC4B-4965-9460-0ABD5E2C7FD6}" presName="rootText1" presStyleLbl="node0" presStyleIdx="0" presStyleCnt="1">
        <dgm:presLayoutVars>
          <dgm:chPref val="3"/>
        </dgm:presLayoutVars>
      </dgm:prSet>
      <dgm:spPr/>
    </dgm:pt>
    <dgm:pt modelId="{C4C36D3F-91DD-4712-82BA-A878C9F57689}" type="pres">
      <dgm:prSet presAssocID="{21182964-AC4B-4965-9460-0ABD5E2C7FD6}" presName="rootConnector1" presStyleLbl="node1" presStyleIdx="0" presStyleCnt="0"/>
      <dgm:spPr/>
    </dgm:pt>
    <dgm:pt modelId="{17F3CD36-A3FB-4464-96C8-00AC34CB288C}" type="pres">
      <dgm:prSet presAssocID="{21182964-AC4B-4965-9460-0ABD5E2C7FD6}" presName="hierChild2" presStyleCnt="0"/>
      <dgm:spPr/>
    </dgm:pt>
    <dgm:pt modelId="{8AFED94C-60B0-4BC4-A123-A83CD996126A}" type="pres">
      <dgm:prSet presAssocID="{31AAE615-1E58-4317-B3EB-B0B04930462F}" presName="Name64" presStyleLbl="parChTrans1D2" presStyleIdx="0" presStyleCnt="3"/>
      <dgm:spPr/>
    </dgm:pt>
    <dgm:pt modelId="{D2CAF902-7628-4C98-A8B6-DB83554CD20A}" type="pres">
      <dgm:prSet presAssocID="{5890229C-F837-4216-82FC-E85B47C3F9B1}" presName="hierRoot2" presStyleCnt="0">
        <dgm:presLayoutVars>
          <dgm:hierBranch val="init"/>
        </dgm:presLayoutVars>
      </dgm:prSet>
      <dgm:spPr/>
    </dgm:pt>
    <dgm:pt modelId="{2E1FB099-2710-482B-97F7-D946D4448EFB}" type="pres">
      <dgm:prSet presAssocID="{5890229C-F837-4216-82FC-E85B47C3F9B1}" presName="rootComposite" presStyleCnt="0"/>
      <dgm:spPr/>
    </dgm:pt>
    <dgm:pt modelId="{6D0ABC10-6872-4B08-8E51-C96D83160326}" type="pres">
      <dgm:prSet presAssocID="{5890229C-F837-4216-82FC-E85B47C3F9B1}" presName="rootText" presStyleLbl="node2" presStyleIdx="0" presStyleCnt="3">
        <dgm:presLayoutVars>
          <dgm:chPref val="3"/>
        </dgm:presLayoutVars>
      </dgm:prSet>
      <dgm:spPr/>
    </dgm:pt>
    <dgm:pt modelId="{2C453CAC-2AE8-4F64-A808-4D501B21EE51}" type="pres">
      <dgm:prSet presAssocID="{5890229C-F837-4216-82FC-E85B47C3F9B1}" presName="rootConnector" presStyleLbl="node2" presStyleIdx="0" presStyleCnt="3"/>
      <dgm:spPr/>
    </dgm:pt>
    <dgm:pt modelId="{7E221941-1956-4AFB-9654-15B933837411}" type="pres">
      <dgm:prSet presAssocID="{5890229C-F837-4216-82FC-E85B47C3F9B1}" presName="hierChild4" presStyleCnt="0"/>
      <dgm:spPr/>
    </dgm:pt>
    <dgm:pt modelId="{0C8B058E-E469-45CC-99A1-D78C3D3F8A02}" type="pres">
      <dgm:prSet presAssocID="{5890229C-F837-4216-82FC-E85B47C3F9B1}" presName="hierChild5" presStyleCnt="0"/>
      <dgm:spPr/>
    </dgm:pt>
    <dgm:pt modelId="{C45B2C22-BD4F-4C9B-AD32-75ED736A1E6F}" type="pres">
      <dgm:prSet presAssocID="{A4B6B34B-C1D5-415C-ADB4-6C1ADDA8032D}" presName="Name64" presStyleLbl="parChTrans1D2" presStyleIdx="1" presStyleCnt="3"/>
      <dgm:spPr/>
    </dgm:pt>
    <dgm:pt modelId="{1D7B8DB8-393A-4D36-916E-026D9B525BC3}" type="pres">
      <dgm:prSet presAssocID="{4DCC8F9D-9B34-422D-A889-8D9C054C2106}" presName="hierRoot2" presStyleCnt="0">
        <dgm:presLayoutVars>
          <dgm:hierBranch val="init"/>
        </dgm:presLayoutVars>
      </dgm:prSet>
      <dgm:spPr/>
    </dgm:pt>
    <dgm:pt modelId="{0B96509F-F97A-4C53-B47F-13E769EE47D3}" type="pres">
      <dgm:prSet presAssocID="{4DCC8F9D-9B34-422D-A889-8D9C054C2106}" presName="rootComposite" presStyleCnt="0"/>
      <dgm:spPr/>
    </dgm:pt>
    <dgm:pt modelId="{0C1B5922-6A58-42E8-B210-6D7E5BCB7ED2}" type="pres">
      <dgm:prSet presAssocID="{4DCC8F9D-9B34-422D-A889-8D9C054C2106}" presName="rootText" presStyleLbl="node2" presStyleIdx="1" presStyleCnt="3">
        <dgm:presLayoutVars>
          <dgm:chPref val="3"/>
        </dgm:presLayoutVars>
      </dgm:prSet>
      <dgm:spPr/>
    </dgm:pt>
    <dgm:pt modelId="{CB48548B-FA2F-4543-B298-06F98461D3FF}" type="pres">
      <dgm:prSet presAssocID="{4DCC8F9D-9B34-422D-A889-8D9C054C2106}" presName="rootConnector" presStyleLbl="node2" presStyleIdx="1" presStyleCnt="3"/>
      <dgm:spPr/>
    </dgm:pt>
    <dgm:pt modelId="{DFCB81CE-587C-4321-BBE4-DF7413EADD21}" type="pres">
      <dgm:prSet presAssocID="{4DCC8F9D-9B34-422D-A889-8D9C054C2106}" presName="hierChild4" presStyleCnt="0"/>
      <dgm:spPr/>
    </dgm:pt>
    <dgm:pt modelId="{9ED6DC5B-19A3-4A5E-B7F4-D51A0BCE30F9}" type="pres">
      <dgm:prSet presAssocID="{4DCC8F9D-9B34-422D-A889-8D9C054C2106}" presName="hierChild5" presStyleCnt="0"/>
      <dgm:spPr/>
    </dgm:pt>
    <dgm:pt modelId="{2A6C88D2-02C5-4E92-AFCD-0E9E4CF37C7D}" type="pres">
      <dgm:prSet presAssocID="{0417D955-E9A5-4926-AAD1-DFAA44D0B959}" presName="Name64" presStyleLbl="parChTrans1D2" presStyleIdx="2" presStyleCnt="3"/>
      <dgm:spPr/>
    </dgm:pt>
    <dgm:pt modelId="{34ACD8A7-82F9-4C32-931B-5CC9DEB7F33C}" type="pres">
      <dgm:prSet presAssocID="{1CA71902-1668-4431-8167-0C1777000F89}" presName="hierRoot2" presStyleCnt="0">
        <dgm:presLayoutVars>
          <dgm:hierBranch val="init"/>
        </dgm:presLayoutVars>
      </dgm:prSet>
      <dgm:spPr/>
    </dgm:pt>
    <dgm:pt modelId="{6052437E-B2AF-4332-8C09-37F158237881}" type="pres">
      <dgm:prSet presAssocID="{1CA71902-1668-4431-8167-0C1777000F89}" presName="rootComposite" presStyleCnt="0"/>
      <dgm:spPr/>
    </dgm:pt>
    <dgm:pt modelId="{664479BF-2055-412D-8AAD-C7CB6A390F68}" type="pres">
      <dgm:prSet presAssocID="{1CA71902-1668-4431-8167-0C1777000F89}" presName="rootText" presStyleLbl="node2" presStyleIdx="2" presStyleCnt="3">
        <dgm:presLayoutVars>
          <dgm:chPref val="3"/>
        </dgm:presLayoutVars>
      </dgm:prSet>
      <dgm:spPr/>
    </dgm:pt>
    <dgm:pt modelId="{AE786BFC-2F1F-4212-A396-F877324D697E}" type="pres">
      <dgm:prSet presAssocID="{1CA71902-1668-4431-8167-0C1777000F89}" presName="rootConnector" presStyleLbl="node2" presStyleIdx="2" presStyleCnt="3"/>
      <dgm:spPr/>
    </dgm:pt>
    <dgm:pt modelId="{E21A5A08-C4C7-4990-868D-8717F25F8AF8}" type="pres">
      <dgm:prSet presAssocID="{1CA71902-1668-4431-8167-0C1777000F89}" presName="hierChild4" presStyleCnt="0"/>
      <dgm:spPr/>
    </dgm:pt>
    <dgm:pt modelId="{31A8EE97-DD37-469C-8E76-36EDC84BE2DF}" type="pres">
      <dgm:prSet presAssocID="{1CA71902-1668-4431-8167-0C1777000F89}" presName="hierChild5" presStyleCnt="0"/>
      <dgm:spPr/>
    </dgm:pt>
    <dgm:pt modelId="{1CAAA0C5-A846-4B94-AE9A-C6C88AC32681}" type="pres">
      <dgm:prSet presAssocID="{21182964-AC4B-4965-9460-0ABD5E2C7FD6}" presName="hierChild3" presStyleCnt="0"/>
      <dgm:spPr/>
    </dgm:pt>
  </dgm:ptLst>
  <dgm:cxnLst>
    <dgm:cxn modelId="{140C7701-2014-4F2F-BD7C-9FBAB89E2BC0}" srcId="{21182964-AC4B-4965-9460-0ABD5E2C7FD6}" destId="{5890229C-F837-4216-82FC-E85B47C3F9B1}" srcOrd="0" destOrd="0" parTransId="{31AAE615-1E58-4317-B3EB-B0B04930462F}" sibTransId="{00623DB3-F88D-4926-B410-49099629F7D8}"/>
    <dgm:cxn modelId="{886CD107-F9BC-4499-AFCC-778F616CB435}" type="presOf" srcId="{21182964-AC4B-4965-9460-0ABD5E2C7FD6}" destId="{C4C36D3F-91DD-4712-82BA-A878C9F57689}" srcOrd="1" destOrd="0" presId="urn:microsoft.com/office/officeart/2009/3/layout/HorizontalOrganizationChart"/>
    <dgm:cxn modelId="{7395E60B-8CC7-4914-9F3C-25023291AC2C}" type="presOf" srcId="{1CA71902-1668-4431-8167-0C1777000F89}" destId="{AE786BFC-2F1F-4212-A396-F877324D697E}" srcOrd="1" destOrd="0" presId="urn:microsoft.com/office/officeart/2009/3/layout/HorizontalOrganizationChart"/>
    <dgm:cxn modelId="{1E9E7915-7226-4A1C-ACFC-059BECB2889D}" type="presOf" srcId="{31AAE615-1E58-4317-B3EB-B0B04930462F}" destId="{8AFED94C-60B0-4BC4-A123-A83CD996126A}" srcOrd="0" destOrd="0" presId="urn:microsoft.com/office/officeart/2009/3/layout/HorizontalOrganizationChart"/>
    <dgm:cxn modelId="{1E457F35-44D1-4E29-A1E5-5339869ABE9D}" type="presOf" srcId="{4B81113A-D585-4322-941B-19BB32F8FE9A}" destId="{A97599A8-0CB0-406D-B9F7-ADF18027EA39}" srcOrd="0" destOrd="0" presId="urn:microsoft.com/office/officeart/2009/3/layout/HorizontalOrganizationChart"/>
    <dgm:cxn modelId="{13CBAF38-58CB-4BDE-A03A-9467ACF42816}" type="presOf" srcId="{4DCC8F9D-9B34-422D-A889-8D9C054C2106}" destId="{0C1B5922-6A58-42E8-B210-6D7E5BCB7ED2}" srcOrd="0" destOrd="0" presId="urn:microsoft.com/office/officeart/2009/3/layout/HorizontalOrganizationChart"/>
    <dgm:cxn modelId="{F5B9483F-7841-41FB-ABFE-5F63FD2ECC1C}" type="presOf" srcId="{21182964-AC4B-4965-9460-0ABD5E2C7FD6}" destId="{BA11F177-AA37-4645-B6F5-8A2BCF5E9FD3}" srcOrd="0" destOrd="0" presId="urn:microsoft.com/office/officeart/2009/3/layout/HorizontalOrganizationChart"/>
    <dgm:cxn modelId="{32CD195E-64A5-4EAC-8693-507FC5A1577D}" type="presOf" srcId="{1CA71902-1668-4431-8167-0C1777000F89}" destId="{664479BF-2055-412D-8AAD-C7CB6A390F68}" srcOrd="0" destOrd="0" presId="urn:microsoft.com/office/officeart/2009/3/layout/HorizontalOrganizationChart"/>
    <dgm:cxn modelId="{DB72294C-9C10-49F4-AA77-8791F6F1CF99}" srcId="{21182964-AC4B-4965-9460-0ABD5E2C7FD6}" destId="{4DCC8F9D-9B34-422D-A889-8D9C054C2106}" srcOrd="1" destOrd="0" parTransId="{A4B6B34B-C1D5-415C-ADB4-6C1ADDA8032D}" sibTransId="{BDA03F10-E097-4A1A-81DC-C7A8AE8679D4}"/>
    <dgm:cxn modelId="{17CF716E-F90F-4C66-BE5D-C8E5D50C546C}" type="presOf" srcId="{4DCC8F9D-9B34-422D-A889-8D9C054C2106}" destId="{CB48548B-FA2F-4543-B298-06F98461D3FF}" srcOrd="1" destOrd="0" presId="urn:microsoft.com/office/officeart/2009/3/layout/HorizontalOrganizationChart"/>
    <dgm:cxn modelId="{3EB57756-CE61-4A18-B4AD-07F007844538}" srcId="{21182964-AC4B-4965-9460-0ABD5E2C7FD6}" destId="{1CA71902-1668-4431-8167-0C1777000F89}" srcOrd="2" destOrd="0" parTransId="{0417D955-E9A5-4926-AAD1-DFAA44D0B959}" sibTransId="{77730E32-F69E-47C5-A5C1-2BE800C1783E}"/>
    <dgm:cxn modelId="{0C5D888B-93E9-4438-B7E4-70242A545B5A}" type="presOf" srcId="{A4B6B34B-C1D5-415C-ADB4-6C1ADDA8032D}" destId="{C45B2C22-BD4F-4C9B-AD32-75ED736A1E6F}" srcOrd="0" destOrd="0" presId="urn:microsoft.com/office/officeart/2009/3/layout/HorizontalOrganizationChart"/>
    <dgm:cxn modelId="{8C696595-479B-4357-B37B-4BD3B7021121}" type="presOf" srcId="{5890229C-F837-4216-82FC-E85B47C3F9B1}" destId="{2C453CAC-2AE8-4F64-A808-4D501B21EE51}" srcOrd="1" destOrd="0" presId="urn:microsoft.com/office/officeart/2009/3/layout/HorizontalOrganizationChart"/>
    <dgm:cxn modelId="{53BFE89D-AE0D-4B4E-A4DE-EBF28B6A95F2}" srcId="{4B81113A-D585-4322-941B-19BB32F8FE9A}" destId="{21182964-AC4B-4965-9460-0ABD5E2C7FD6}" srcOrd="0" destOrd="0" parTransId="{46D18C8A-DF65-4E7A-B8B0-51D5CA1E7F10}" sibTransId="{28459E69-38B4-4E08-9C55-F23939552A77}"/>
    <dgm:cxn modelId="{C4182CCC-9EA0-48D5-9AF1-DD03357ACFEB}" type="presOf" srcId="{0417D955-E9A5-4926-AAD1-DFAA44D0B959}" destId="{2A6C88D2-02C5-4E92-AFCD-0E9E4CF37C7D}" srcOrd="0" destOrd="0" presId="urn:microsoft.com/office/officeart/2009/3/layout/HorizontalOrganizationChart"/>
    <dgm:cxn modelId="{CBB77BE1-3CDA-4B53-8424-81FC70241801}" type="presOf" srcId="{5890229C-F837-4216-82FC-E85B47C3F9B1}" destId="{6D0ABC10-6872-4B08-8E51-C96D83160326}" srcOrd="0" destOrd="0" presId="urn:microsoft.com/office/officeart/2009/3/layout/HorizontalOrganizationChart"/>
    <dgm:cxn modelId="{EAECF57D-A500-4DB4-B662-DC13ED091098}" type="presParOf" srcId="{A97599A8-0CB0-406D-B9F7-ADF18027EA39}" destId="{96034E78-51D8-477E-AD9B-5B3E09885199}" srcOrd="0" destOrd="0" presId="urn:microsoft.com/office/officeart/2009/3/layout/HorizontalOrganizationChart"/>
    <dgm:cxn modelId="{DAE20D38-30AF-401B-8E49-28428CB8DB8B}" type="presParOf" srcId="{96034E78-51D8-477E-AD9B-5B3E09885199}" destId="{4D2910D9-D149-4567-BFC4-A3BEAB261369}" srcOrd="0" destOrd="0" presId="urn:microsoft.com/office/officeart/2009/3/layout/HorizontalOrganizationChart"/>
    <dgm:cxn modelId="{CB5FD0C7-D4A3-4B4A-8B19-4EBACF782230}" type="presParOf" srcId="{4D2910D9-D149-4567-BFC4-A3BEAB261369}" destId="{BA11F177-AA37-4645-B6F5-8A2BCF5E9FD3}" srcOrd="0" destOrd="0" presId="urn:microsoft.com/office/officeart/2009/3/layout/HorizontalOrganizationChart"/>
    <dgm:cxn modelId="{A62F59A1-E387-4F96-9499-02ECBC1A26D8}" type="presParOf" srcId="{4D2910D9-D149-4567-BFC4-A3BEAB261369}" destId="{C4C36D3F-91DD-4712-82BA-A878C9F57689}" srcOrd="1" destOrd="0" presId="urn:microsoft.com/office/officeart/2009/3/layout/HorizontalOrganizationChart"/>
    <dgm:cxn modelId="{93BC60DB-AC87-4E51-9898-F933524C79BE}" type="presParOf" srcId="{96034E78-51D8-477E-AD9B-5B3E09885199}" destId="{17F3CD36-A3FB-4464-96C8-00AC34CB288C}" srcOrd="1" destOrd="0" presId="urn:microsoft.com/office/officeart/2009/3/layout/HorizontalOrganizationChart"/>
    <dgm:cxn modelId="{20F41900-5449-46CC-B0FF-37D8907552F2}" type="presParOf" srcId="{17F3CD36-A3FB-4464-96C8-00AC34CB288C}" destId="{8AFED94C-60B0-4BC4-A123-A83CD996126A}" srcOrd="0" destOrd="0" presId="urn:microsoft.com/office/officeart/2009/3/layout/HorizontalOrganizationChart"/>
    <dgm:cxn modelId="{E15F8B1D-43B7-459B-80EA-C221C3C56E2D}" type="presParOf" srcId="{17F3CD36-A3FB-4464-96C8-00AC34CB288C}" destId="{D2CAF902-7628-4C98-A8B6-DB83554CD20A}" srcOrd="1" destOrd="0" presId="urn:microsoft.com/office/officeart/2009/3/layout/HorizontalOrganizationChart"/>
    <dgm:cxn modelId="{1932B5DF-11CC-4F56-83CA-582B0B68BA73}" type="presParOf" srcId="{D2CAF902-7628-4C98-A8B6-DB83554CD20A}" destId="{2E1FB099-2710-482B-97F7-D946D4448EFB}" srcOrd="0" destOrd="0" presId="urn:microsoft.com/office/officeart/2009/3/layout/HorizontalOrganizationChart"/>
    <dgm:cxn modelId="{C5478F18-B2CA-455C-8BA2-28021D016114}" type="presParOf" srcId="{2E1FB099-2710-482B-97F7-D946D4448EFB}" destId="{6D0ABC10-6872-4B08-8E51-C96D83160326}" srcOrd="0" destOrd="0" presId="urn:microsoft.com/office/officeart/2009/3/layout/HorizontalOrganizationChart"/>
    <dgm:cxn modelId="{2B132F8B-B4E2-41F7-829D-132F252F5584}" type="presParOf" srcId="{2E1FB099-2710-482B-97F7-D946D4448EFB}" destId="{2C453CAC-2AE8-4F64-A808-4D501B21EE51}" srcOrd="1" destOrd="0" presId="urn:microsoft.com/office/officeart/2009/3/layout/HorizontalOrganizationChart"/>
    <dgm:cxn modelId="{F30A5620-884C-4B4E-8DDA-2E98F82ACAAA}" type="presParOf" srcId="{D2CAF902-7628-4C98-A8B6-DB83554CD20A}" destId="{7E221941-1956-4AFB-9654-15B933837411}" srcOrd="1" destOrd="0" presId="urn:microsoft.com/office/officeart/2009/3/layout/HorizontalOrganizationChart"/>
    <dgm:cxn modelId="{1745F296-868F-4682-8676-4CBA1A0995EC}" type="presParOf" srcId="{D2CAF902-7628-4C98-A8B6-DB83554CD20A}" destId="{0C8B058E-E469-45CC-99A1-D78C3D3F8A02}" srcOrd="2" destOrd="0" presId="urn:microsoft.com/office/officeart/2009/3/layout/HorizontalOrganizationChart"/>
    <dgm:cxn modelId="{423B9769-B582-464F-BCEA-954E9914A31E}" type="presParOf" srcId="{17F3CD36-A3FB-4464-96C8-00AC34CB288C}" destId="{C45B2C22-BD4F-4C9B-AD32-75ED736A1E6F}" srcOrd="2" destOrd="0" presId="urn:microsoft.com/office/officeart/2009/3/layout/HorizontalOrganizationChart"/>
    <dgm:cxn modelId="{2162464E-A36A-4139-8A96-1EE368519471}" type="presParOf" srcId="{17F3CD36-A3FB-4464-96C8-00AC34CB288C}" destId="{1D7B8DB8-393A-4D36-916E-026D9B525BC3}" srcOrd="3" destOrd="0" presId="urn:microsoft.com/office/officeart/2009/3/layout/HorizontalOrganizationChart"/>
    <dgm:cxn modelId="{8C08AB17-1E48-4AD6-A9B7-FC8D4EF306F1}" type="presParOf" srcId="{1D7B8DB8-393A-4D36-916E-026D9B525BC3}" destId="{0B96509F-F97A-4C53-B47F-13E769EE47D3}" srcOrd="0" destOrd="0" presId="urn:microsoft.com/office/officeart/2009/3/layout/HorizontalOrganizationChart"/>
    <dgm:cxn modelId="{6D37ABCB-BD77-4B57-836D-0628D63DE5EA}" type="presParOf" srcId="{0B96509F-F97A-4C53-B47F-13E769EE47D3}" destId="{0C1B5922-6A58-42E8-B210-6D7E5BCB7ED2}" srcOrd="0" destOrd="0" presId="urn:microsoft.com/office/officeart/2009/3/layout/HorizontalOrganizationChart"/>
    <dgm:cxn modelId="{C86884FA-C4E7-4112-916B-A275D69B0CF3}" type="presParOf" srcId="{0B96509F-F97A-4C53-B47F-13E769EE47D3}" destId="{CB48548B-FA2F-4543-B298-06F98461D3FF}" srcOrd="1" destOrd="0" presId="urn:microsoft.com/office/officeart/2009/3/layout/HorizontalOrganizationChart"/>
    <dgm:cxn modelId="{F7B7DF4F-0EB8-440C-9D78-4AC57A9C09CF}" type="presParOf" srcId="{1D7B8DB8-393A-4D36-916E-026D9B525BC3}" destId="{DFCB81CE-587C-4321-BBE4-DF7413EADD21}" srcOrd="1" destOrd="0" presId="urn:microsoft.com/office/officeart/2009/3/layout/HorizontalOrganizationChart"/>
    <dgm:cxn modelId="{C73A51B9-E1C6-4D8A-B61E-27FD80C89D50}" type="presParOf" srcId="{1D7B8DB8-393A-4D36-916E-026D9B525BC3}" destId="{9ED6DC5B-19A3-4A5E-B7F4-D51A0BCE30F9}" srcOrd="2" destOrd="0" presId="urn:microsoft.com/office/officeart/2009/3/layout/HorizontalOrganizationChart"/>
    <dgm:cxn modelId="{24AE27A0-E308-4908-AF58-D143C8F5D658}" type="presParOf" srcId="{17F3CD36-A3FB-4464-96C8-00AC34CB288C}" destId="{2A6C88D2-02C5-4E92-AFCD-0E9E4CF37C7D}" srcOrd="4" destOrd="0" presId="urn:microsoft.com/office/officeart/2009/3/layout/HorizontalOrganizationChart"/>
    <dgm:cxn modelId="{42992E19-D83B-4A52-A45C-998810E8AF49}" type="presParOf" srcId="{17F3CD36-A3FB-4464-96C8-00AC34CB288C}" destId="{34ACD8A7-82F9-4C32-931B-5CC9DEB7F33C}" srcOrd="5" destOrd="0" presId="urn:microsoft.com/office/officeart/2009/3/layout/HorizontalOrganizationChart"/>
    <dgm:cxn modelId="{645138E2-5E00-4D65-BE1F-FD12CB8E8BD0}" type="presParOf" srcId="{34ACD8A7-82F9-4C32-931B-5CC9DEB7F33C}" destId="{6052437E-B2AF-4332-8C09-37F158237881}" srcOrd="0" destOrd="0" presId="urn:microsoft.com/office/officeart/2009/3/layout/HorizontalOrganizationChart"/>
    <dgm:cxn modelId="{8D682A36-1A2F-484F-BB3B-EF97B10280F8}" type="presParOf" srcId="{6052437E-B2AF-4332-8C09-37F158237881}" destId="{664479BF-2055-412D-8AAD-C7CB6A390F68}" srcOrd="0" destOrd="0" presId="urn:microsoft.com/office/officeart/2009/3/layout/HorizontalOrganizationChart"/>
    <dgm:cxn modelId="{B225A359-24F1-4AFB-B711-CA48CF6DBB06}" type="presParOf" srcId="{6052437E-B2AF-4332-8C09-37F158237881}" destId="{AE786BFC-2F1F-4212-A396-F877324D697E}" srcOrd="1" destOrd="0" presId="urn:microsoft.com/office/officeart/2009/3/layout/HorizontalOrganizationChart"/>
    <dgm:cxn modelId="{28DF1A83-E5C1-4F7F-93E0-4ACD5A8AF249}" type="presParOf" srcId="{34ACD8A7-82F9-4C32-931B-5CC9DEB7F33C}" destId="{E21A5A08-C4C7-4990-868D-8717F25F8AF8}" srcOrd="1" destOrd="0" presId="urn:microsoft.com/office/officeart/2009/3/layout/HorizontalOrganizationChart"/>
    <dgm:cxn modelId="{81DD74A9-43CB-4B95-8C72-10240A83EFA4}" type="presParOf" srcId="{34ACD8A7-82F9-4C32-931B-5CC9DEB7F33C}" destId="{31A8EE97-DD37-469C-8E76-36EDC84BE2DF}" srcOrd="2" destOrd="0" presId="urn:microsoft.com/office/officeart/2009/3/layout/HorizontalOrganizationChart"/>
    <dgm:cxn modelId="{3004106D-C51D-480A-AE72-8C8780DFE7A7}" type="presParOf" srcId="{96034E78-51D8-477E-AD9B-5B3E09885199}" destId="{1CAAA0C5-A846-4B94-AE9A-C6C88AC32681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113D5-28F6-4A17-A1AF-5E47A7AC2471}">
      <dsp:nvSpPr>
        <dsp:cNvPr id="0" name=""/>
        <dsp:cNvSpPr/>
      </dsp:nvSpPr>
      <dsp:spPr>
        <a:xfrm>
          <a:off x="4001547" y="1743896"/>
          <a:ext cx="686323" cy="238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114"/>
              </a:lnTo>
              <a:lnTo>
                <a:pt x="686323" y="119114"/>
              </a:lnTo>
              <a:lnTo>
                <a:pt x="686323" y="2382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8DD955-422C-422B-A506-EDB038A21EAF}">
      <dsp:nvSpPr>
        <dsp:cNvPr id="0" name=""/>
        <dsp:cNvSpPr/>
      </dsp:nvSpPr>
      <dsp:spPr>
        <a:xfrm>
          <a:off x="3315223" y="1743896"/>
          <a:ext cx="686323" cy="238228"/>
        </a:xfrm>
        <a:custGeom>
          <a:avLst/>
          <a:gdLst/>
          <a:ahLst/>
          <a:cxnLst/>
          <a:rect l="0" t="0" r="0" b="0"/>
          <a:pathLst>
            <a:path>
              <a:moveTo>
                <a:pt x="686323" y="0"/>
              </a:moveTo>
              <a:lnTo>
                <a:pt x="686323" y="119114"/>
              </a:lnTo>
              <a:lnTo>
                <a:pt x="0" y="119114"/>
              </a:lnTo>
              <a:lnTo>
                <a:pt x="0" y="2382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12D109-1E51-4523-A4EE-87B6B7023636}">
      <dsp:nvSpPr>
        <dsp:cNvPr id="0" name=""/>
        <dsp:cNvSpPr/>
      </dsp:nvSpPr>
      <dsp:spPr>
        <a:xfrm>
          <a:off x="2628899" y="938459"/>
          <a:ext cx="1372647" cy="238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114"/>
              </a:lnTo>
              <a:lnTo>
                <a:pt x="1372647" y="119114"/>
              </a:lnTo>
              <a:lnTo>
                <a:pt x="1372647" y="2382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FB72D7-070B-4A56-9CCE-E0B892C16FAB}">
      <dsp:nvSpPr>
        <dsp:cNvPr id="0" name=""/>
        <dsp:cNvSpPr/>
      </dsp:nvSpPr>
      <dsp:spPr>
        <a:xfrm>
          <a:off x="1256252" y="1743896"/>
          <a:ext cx="686323" cy="238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114"/>
              </a:lnTo>
              <a:lnTo>
                <a:pt x="686323" y="119114"/>
              </a:lnTo>
              <a:lnTo>
                <a:pt x="686323" y="2382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95F44D-E549-4695-8C45-3238C052E597}">
      <dsp:nvSpPr>
        <dsp:cNvPr id="0" name=""/>
        <dsp:cNvSpPr/>
      </dsp:nvSpPr>
      <dsp:spPr>
        <a:xfrm>
          <a:off x="569929" y="1743896"/>
          <a:ext cx="686323" cy="238228"/>
        </a:xfrm>
        <a:custGeom>
          <a:avLst/>
          <a:gdLst/>
          <a:ahLst/>
          <a:cxnLst/>
          <a:rect l="0" t="0" r="0" b="0"/>
          <a:pathLst>
            <a:path>
              <a:moveTo>
                <a:pt x="686323" y="0"/>
              </a:moveTo>
              <a:lnTo>
                <a:pt x="686323" y="119114"/>
              </a:lnTo>
              <a:lnTo>
                <a:pt x="0" y="119114"/>
              </a:lnTo>
              <a:lnTo>
                <a:pt x="0" y="2382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B41A31-D054-4497-9321-F3827C437611}">
      <dsp:nvSpPr>
        <dsp:cNvPr id="0" name=""/>
        <dsp:cNvSpPr/>
      </dsp:nvSpPr>
      <dsp:spPr>
        <a:xfrm>
          <a:off x="1256252" y="938459"/>
          <a:ext cx="1372647" cy="238228"/>
        </a:xfrm>
        <a:custGeom>
          <a:avLst/>
          <a:gdLst/>
          <a:ahLst/>
          <a:cxnLst/>
          <a:rect l="0" t="0" r="0" b="0"/>
          <a:pathLst>
            <a:path>
              <a:moveTo>
                <a:pt x="1372647" y="0"/>
              </a:moveTo>
              <a:lnTo>
                <a:pt x="1372647" y="119114"/>
              </a:lnTo>
              <a:lnTo>
                <a:pt x="0" y="119114"/>
              </a:lnTo>
              <a:lnTo>
                <a:pt x="0" y="23822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29950E-5466-43EA-8E36-2A5305564D02}">
      <dsp:nvSpPr>
        <dsp:cNvPr id="0" name=""/>
        <dsp:cNvSpPr/>
      </dsp:nvSpPr>
      <dsp:spPr>
        <a:xfrm>
          <a:off x="2061690" y="371249"/>
          <a:ext cx="1134419" cy="567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Person</a:t>
          </a:r>
        </a:p>
      </dsp:txBody>
      <dsp:txXfrm>
        <a:off x="2061690" y="371249"/>
        <a:ext cx="1134419" cy="567209"/>
      </dsp:txXfrm>
    </dsp:sp>
    <dsp:sp modelId="{73B7AF1D-07AB-4303-864F-DDF23A1BC666}">
      <dsp:nvSpPr>
        <dsp:cNvPr id="0" name=""/>
        <dsp:cNvSpPr/>
      </dsp:nvSpPr>
      <dsp:spPr>
        <a:xfrm>
          <a:off x="689043" y="1176687"/>
          <a:ext cx="1134419" cy="567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Employee</a:t>
          </a:r>
        </a:p>
      </dsp:txBody>
      <dsp:txXfrm>
        <a:off x="689043" y="1176687"/>
        <a:ext cx="1134419" cy="567209"/>
      </dsp:txXfrm>
    </dsp:sp>
    <dsp:sp modelId="{883BE64E-6425-4DF6-9DF4-FC6877E051FB}">
      <dsp:nvSpPr>
        <dsp:cNvPr id="0" name=""/>
        <dsp:cNvSpPr/>
      </dsp:nvSpPr>
      <dsp:spPr>
        <a:xfrm>
          <a:off x="2719" y="1982124"/>
          <a:ext cx="1134419" cy="567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Administrator</a:t>
          </a:r>
        </a:p>
      </dsp:txBody>
      <dsp:txXfrm>
        <a:off x="2719" y="1982124"/>
        <a:ext cx="1134419" cy="567209"/>
      </dsp:txXfrm>
    </dsp:sp>
    <dsp:sp modelId="{FC85A415-8AFE-48D8-BFB9-A9D6AFE1D93B}">
      <dsp:nvSpPr>
        <dsp:cNvPr id="0" name=""/>
        <dsp:cNvSpPr/>
      </dsp:nvSpPr>
      <dsp:spPr>
        <a:xfrm>
          <a:off x="1375366" y="1982124"/>
          <a:ext cx="1134419" cy="567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Professor</a:t>
          </a:r>
        </a:p>
      </dsp:txBody>
      <dsp:txXfrm>
        <a:off x="1375366" y="1982124"/>
        <a:ext cx="1134419" cy="567209"/>
      </dsp:txXfrm>
    </dsp:sp>
    <dsp:sp modelId="{07076AAB-AEA2-4A6C-8768-79F51DA4F397}">
      <dsp:nvSpPr>
        <dsp:cNvPr id="0" name=""/>
        <dsp:cNvSpPr/>
      </dsp:nvSpPr>
      <dsp:spPr>
        <a:xfrm>
          <a:off x="3434337" y="1176687"/>
          <a:ext cx="1134419" cy="567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Student</a:t>
          </a:r>
        </a:p>
      </dsp:txBody>
      <dsp:txXfrm>
        <a:off x="3434337" y="1176687"/>
        <a:ext cx="1134419" cy="567209"/>
      </dsp:txXfrm>
    </dsp:sp>
    <dsp:sp modelId="{31E7793A-12AB-4C04-A2D8-254F520214F0}">
      <dsp:nvSpPr>
        <dsp:cNvPr id="0" name=""/>
        <dsp:cNvSpPr/>
      </dsp:nvSpPr>
      <dsp:spPr>
        <a:xfrm>
          <a:off x="2748014" y="1982124"/>
          <a:ext cx="1134419" cy="567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Graduate</a:t>
          </a:r>
        </a:p>
      </dsp:txBody>
      <dsp:txXfrm>
        <a:off x="2748014" y="1982124"/>
        <a:ext cx="1134419" cy="567209"/>
      </dsp:txXfrm>
    </dsp:sp>
    <dsp:sp modelId="{19288D85-9FFA-4DA9-9B23-BF1F41ABBCB3}">
      <dsp:nvSpPr>
        <dsp:cNvPr id="0" name=""/>
        <dsp:cNvSpPr/>
      </dsp:nvSpPr>
      <dsp:spPr>
        <a:xfrm>
          <a:off x="4120661" y="1982124"/>
          <a:ext cx="1134419" cy="5672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Undergraduate</a:t>
          </a:r>
        </a:p>
      </dsp:txBody>
      <dsp:txXfrm>
        <a:off x="4120661" y="1982124"/>
        <a:ext cx="1134419" cy="5672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6C88D2-02C5-4E92-AFCD-0E9E4CF37C7D}">
      <dsp:nvSpPr>
        <dsp:cNvPr id="0" name=""/>
        <dsp:cNvSpPr/>
      </dsp:nvSpPr>
      <dsp:spPr>
        <a:xfrm>
          <a:off x="1481254" y="855923"/>
          <a:ext cx="293746" cy="6315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873" y="0"/>
              </a:lnTo>
              <a:lnTo>
                <a:pt x="146873" y="631555"/>
              </a:lnTo>
              <a:lnTo>
                <a:pt x="293746" y="6315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5B2C22-BD4F-4C9B-AD32-75ED736A1E6F}">
      <dsp:nvSpPr>
        <dsp:cNvPr id="0" name=""/>
        <dsp:cNvSpPr/>
      </dsp:nvSpPr>
      <dsp:spPr>
        <a:xfrm>
          <a:off x="1481254" y="810203"/>
          <a:ext cx="29374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3746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FED94C-60B0-4BC4-A123-A83CD996126A}">
      <dsp:nvSpPr>
        <dsp:cNvPr id="0" name=""/>
        <dsp:cNvSpPr/>
      </dsp:nvSpPr>
      <dsp:spPr>
        <a:xfrm>
          <a:off x="1481254" y="224368"/>
          <a:ext cx="293746" cy="631555"/>
        </a:xfrm>
        <a:custGeom>
          <a:avLst/>
          <a:gdLst/>
          <a:ahLst/>
          <a:cxnLst/>
          <a:rect l="0" t="0" r="0" b="0"/>
          <a:pathLst>
            <a:path>
              <a:moveTo>
                <a:pt x="0" y="631555"/>
              </a:moveTo>
              <a:lnTo>
                <a:pt x="146873" y="631555"/>
              </a:lnTo>
              <a:lnTo>
                <a:pt x="146873" y="0"/>
              </a:lnTo>
              <a:lnTo>
                <a:pt x="29374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11F177-AA37-4645-B6F5-8A2BCF5E9FD3}">
      <dsp:nvSpPr>
        <dsp:cNvPr id="0" name=""/>
        <dsp:cNvSpPr/>
      </dsp:nvSpPr>
      <dsp:spPr>
        <a:xfrm>
          <a:off x="12521" y="631941"/>
          <a:ext cx="1468733" cy="44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Feline</a:t>
          </a:r>
        </a:p>
      </dsp:txBody>
      <dsp:txXfrm>
        <a:off x="12521" y="631941"/>
        <a:ext cx="1468733" cy="447963"/>
      </dsp:txXfrm>
    </dsp:sp>
    <dsp:sp modelId="{6D0ABC10-6872-4B08-8E51-C96D83160326}">
      <dsp:nvSpPr>
        <dsp:cNvPr id="0" name=""/>
        <dsp:cNvSpPr/>
      </dsp:nvSpPr>
      <dsp:spPr>
        <a:xfrm>
          <a:off x="1775000" y="386"/>
          <a:ext cx="1468733" cy="44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Cat</a:t>
          </a:r>
        </a:p>
      </dsp:txBody>
      <dsp:txXfrm>
        <a:off x="1775000" y="386"/>
        <a:ext cx="1468733" cy="447963"/>
      </dsp:txXfrm>
    </dsp:sp>
    <dsp:sp modelId="{0C1B5922-6A58-42E8-B210-6D7E5BCB7ED2}">
      <dsp:nvSpPr>
        <dsp:cNvPr id="0" name=""/>
        <dsp:cNvSpPr/>
      </dsp:nvSpPr>
      <dsp:spPr>
        <a:xfrm>
          <a:off x="1775000" y="631941"/>
          <a:ext cx="1468733" cy="44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Tiger</a:t>
          </a:r>
        </a:p>
      </dsp:txBody>
      <dsp:txXfrm>
        <a:off x="1775000" y="631941"/>
        <a:ext cx="1468733" cy="447963"/>
      </dsp:txXfrm>
    </dsp:sp>
    <dsp:sp modelId="{664479BF-2055-412D-8AAD-C7CB6A390F68}">
      <dsp:nvSpPr>
        <dsp:cNvPr id="0" name=""/>
        <dsp:cNvSpPr/>
      </dsp:nvSpPr>
      <dsp:spPr>
        <a:xfrm>
          <a:off x="1775000" y="1263496"/>
          <a:ext cx="1468733" cy="4479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Lion</a:t>
          </a:r>
        </a:p>
      </dsp:txBody>
      <dsp:txXfrm>
        <a:off x="1775000" y="1263496"/>
        <a:ext cx="1468733" cy="4479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A587C-8B5F-4E25-8005-87A55C1CC040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55F54-5790-46AE-9FA6-44E7EFAFB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28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55F54-5790-46AE-9FA6-44E7EFAFB2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47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6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4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77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3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07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1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7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6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89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6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C39DA-EAE6-4CEB-8731-F7ABFE00972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07A33-B750-4E40-9A9F-8015BA47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251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0959E3-A833-0C93-7A31-9EDD31361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Data Modeling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F0C4BBD-70C7-8D1A-8F8C-D7CBD029C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4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85307-9734-C16A-73F5-90607D96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8E8D-A280-9B04-0B95-E0596298F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relationships - Parent-child relationship</a:t>
            </a:r>
          </a:p>
          <a:p>
            <a:pPr lvl="1"/>
            <a:r>
              <a:rPr lang="en-US" dirty="0"/>
              <a:t>One parent has many children, one child has one parent</a:t>
            </a:r>
          </a:p>
          <a:p>
            <a:pPr lvl="1"/>
            <a:r>
              <a:rPr lang="en-US" dirty="0"/>
              <a:t>Supertype and subtype entities</a:t>
            </a:r>
          </a:p>
          <a:p>
            <a:pPr lvl="1"/>
            <a:r>
              <a:rPr lang="en-US" dirty="0"/>
              <a:t>Implements inheritance concept</a:t>
            </a:r>
          </a:p>
          <a:p>
            <a:pPr lvl="1"/>
            <a:r>
              <a:rPr lang="en-US" dirty="0"/>
              <a:t>Requires special types of constraints</a:t>
            </a:r>
          </a:p>
          <a:p>
            <a:pPr lvl="2"/>
            <a:r>
              <a:rPr lang="en-US" dirty="0"/>
              <a:t>Disjoint vs. overlapping</a:t>
            </a:r>
          </a:p>
          <a:p>
            <a:pPr lvl="2"/>
            <a:r>
              <a:rPr lang="en-US" dirty="0"/>
              <a:t>Completeness</a:t>
            </a:r>
          </a:p>
          <a:p>
            <a:pPr lvl="1"/>
            <a:r>
              <a:rPr lang="en-US" dirty="0"/>
              <a:t>Usage depends on requirements</a:t>
            </a:r>
          </a:p>
          <a:p>
            <a:pPr lvl="1"/>
            <a:r>
              <a:rPr lang="en-US" dirty="0"/>
              <a:t>Should be natural to the data represented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56D3899-4BBE-8D27-F23E-CA67B03E53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272163"/>
              </p:ext>
            </p:extLst>
          </p:nvPr>
        </p:nvGraphicFramePr>
        <p:xfrm>
          <a:off x="6096001" y="2310983"/>
          <a:ext cx="5257800" cy="2920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363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8E44-8715-70D9-01AC-80694A91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471CD-0A25-0E71-F78A-A28ABD91A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Supertype</a:t>
            </a:r>
          </a:p>
          <a:p>
            <a:pPr lvl="1"/>
            <a:r>
              <a:rPr lang="en-US" dirty="0"/>
              <a:t>Parent entity – has one or more children</a:t>
            </a:r>
          </a:p>
          <a:p>
            <a:pPr lvl="1"/>
            <a:r>
              <a:rPr lang="en-US" dirty="0"/>
              <a:t>Generalized entity type related to one or more entity subtypes</a:t>
            </a:r>
          </a:p>
          <a:p>
            <a:pPr lvl="1"/>
            <a:r>
              <a:rPr lang="en-US" dirty="0"/>
              <a:t>Contains the common attributes of all the subtypes</a:t>
            </a:r>
          </a:p>
          <a:p>
            <a:r>
              <a:rPr lang="en-US" dirty="0"/>
              <a:t>Subtype</a:t>
            </a:r>
          </a:p>
          <a:p>
            <a:pPr lvl="1"/>
            <a:r>
              <a:rPr lang="en-US" dirty="0"/>
              <a:t>Child entity – has one parent</a:t>
            </a:r>
          </a:p>
          <a:p>
            <a:pPr lvl="1"/>
            <a:r>
              <a:rPr lang="en-US" dirty="0"/>
              <a:t>Specialized entity related to its parent, and may have further subtypes</a:t>
            </a:r>
          </a:p>
          <a:p>
            <a:pPr lvl="1"/>
            <a:r>
              <a:rPr lang="en-US" dirty="0"/>
              <a:t>Contains unique attributes of the subtype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24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7021-BFC5-29DC-1B69-614389FF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B5134-9070-F6BB-3B23-31F39E4E0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Inheritance – subtypes gain attributes and relationships from supertypes </a:t>
            </a:r>
          </a:p>
          <a:p>
            <a:pPr lvl="1"/>
            <a:r>
              <a:rPr lang="en-US" dirty="0"/>
              <a:t>“has a” – (entity) “has a” (entity)</a:t>
            </a:r>
          </a:p>
          <a:p>
            <a:pPr lvl="1"/>
            <a:r>
              <a:rPr lang="en-US" dirty="0"/>
              <a:t>“is a” – subtype “is a” (supertype entity)</a:t>
            </a:r>
          </a:p>
          <a:p>
            <a:pPr lvl="2"/>
            <a:r>
              <a:rPr lang="en-US" dirty="0"/>
              <a:t>Relationship directly resulting from the hierarchy</a:t>
            </a:r>
          </a:p>
          <a:p>
            <a:pPr lvl="2"/>
            <a:r>
              <a:rPr lang="en-US" dirty="0"/>
              <a:t>Only exists in the context of the supertype</a:t>
            </a:r>
          </a:p>
          <a:p>
            <a:pPr lvl="2"/>
            <a:r>
              <a:rPr lang="en-US" dirty="0"/>
              <a:t>Inherits attributes and relationships</a:t>
            </a:r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5B53BE-A90A-77B4-C8D6-D134A2A6CF6B}"/>
              </a:ext>
            </a:extLst>
          </p:cNvPr>
          <p:cNvGrpSpPr/>
          <p:nvPr/>
        </p:nvGrpSpPr>
        <p:grpSpPr>
          <a:xfrm>
            <a:off x="4914900" y="3762375"/>
            <a:ext cx="3256255" cy="2414588"/>
            <a:chOff x="2910681" y="2326765"/>
            <a:chExt cx="4064000" cy="282295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4B8E521-6B6F-34DA-D47A-CB8392EC6F24}"/>
                </a:ext>
              </a:extLst>
            </p:cNvPr>
            <p:cNvGrpSpPr/>
            <p:nvPr/>
          </p:nvGrpSpPr>
          <p:grpSpPr>
            <a:xfrm>
              <a:off x="2910681" y="2326765"/>
              <a:ext cx="4064000" cy="2822957"/>
              <a:chOff x="838200" y="3215255"/>
              <a:chExt cx="4064000" cy="2961708"/>
            </a:xfrm>
          </p:grpSpPr>
          <p:graphicFrame>
            <p:nvGraphicFramePr>
              <p:cNvPr id="13" name="Diagram 12">
                <a:extLst>
                  <a:ext uri="{FF2B5EF4-FFF2-40B4-BE49-F238E27FC236}">
                    <a16:creationId xmlns:a16="http://schemas.microsoft.com/office/drawing/2014/main" id="{2096DA66-1FEA-DBF0-DEF7-BF7F17439DAC}"/>
                  </a:ext>
                </a:extLst>
              </p:cNvPr>
              <p:cNvGraphicFramePr/>
              <p:nvPr/>
            </p:nvGraphicFramePr>
            <p:xfrm>
              <a:off x="838200" y="4077230"/>
              <a:ext cx="4064000" cy="209973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42C8E85-EA74-C838-CF13-2E2F50B2E8B4}"/>
                  </a:ext>
                </a:extLst>
              </p:cNvPr>
              <p:cNvSpPr/>
              <p:nvPr/>
            </p:nvSpPr>
            <p:spPr>
              <a:xfrm>
                <a:off x="3061989" y="3215255"/>
                <a:ext cx="1840210" cy="549250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/>
                <a:r>
                  <a:rPr lang="en-US" dirty="0" err="1"/>
                  <a:t>Cheezburger</a:t>
                </a:r>
                <a:endParaRPr lang="en-US" dirty="0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FE0EEA9-722E-580C-3181-725B590797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40884" y="3764505"/>
                <a:ext cx="0" cy="312725"/>
              </a:xfrm>
              <a:prstGeom prst="line">
                <a:avLst/>
              </a:prstGeom>
              <a:ln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A3D3EF3-26C8-1F63-DC5D-1F0AAC9E9228}"/>
                </a:ext>
              </a:extLst>
            </p:cNvPr>
            <p:cNvSpPr/>
            <p:nvPr/>
          </p:nvSpPr>
          <p:spPr>
            <a:xfrm>
              <a:off x="2910681" y="3112043"/>
              <a:ext cx="1853302" cy="523519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dirty="0"/>
                <a:t>Claws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3A1BEC1-C10C-580B-7244-06B6EFDAF1D1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V="1">
              <a:off x="3837332" y="3635563"/>
              <a:ext cx="0" cy="283639"/>
            </a:xfrm>
            <a:prstGeom prst="line">
              <a:avLst/>
            </a:prstGeom>
            <a:ln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8" name="Content Placeholder 12" descr="A cat with a surprised expression&#10;&#10;AI-generated content may be incorrect.">
            <a:extLst>
              <a:ext uri="{FF2B5EF4-FFF2-40B4-BE49-F238E27FC236}">
                <a16:creationId xmlns:a16="http://schemas.microsoft.com/office/drawing/2014/main" id="{5ABB7ACB-AF03-1828-1315-8E03FA2A24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281" y="1825625"/>
            <a:ext cx="29847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0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6EA2-8DEA-B4BC-C8FD-FAF3E77E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6EDF2-0300-2498-8447-F34890E2B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All entity subtypes inherit their primary key attribute from their supertype</a:t>
            </a:r>
          </a:p>
          <a:p>
            <a:pPr lvl="2"/>
            <a:r>
              <a:rPr lang="en-US" dirty="0"/>
              <a:t>The primary key of the parent is the primary key and foreign in the child</a:t>
            </a:r>
          </a:p>
          <a:p>
            <a:pPr lvl="1"/>
            <a:r>
              <a:rPr lang="en-US" dirty="0"/>
              <a:t>Supertype and its subtype(s) maintain a 1:1 relationship</a:t>
            </a:r>
          </a:p>
          <a:p>
            <a:pPr lvl="1"/>
            <a:r>
              <a:rPr lang="en-US" dirty="0"/>
              <a:t>Supertype requires a special attribute – subtype discriminator</a:t>
            </a:r>
          </a:p>
          <a:p>
            <a:pPr lvl="2"/>
            <a:r>
              <a:rPr lang="en-US" dirty="0"/>
              <a:t>Determines to which entity subtype the supertype occurrence is related</a:t>
            </a:r>
          </a:p>
          <a:p>
            <a:pPr lvl="2"/>
            <a:r>
              <a:rPr lang="en-US" dirty="0"/>
              <a:t>Equality is common – e.g., subtype discriminator value = some value, it is subtype A</a:t>
            </a:r>
          </a:p>
          <a:p>
            <a:pPr lvl="2"/>
            <a:r>
              <a:rPr lang="en-US" dirty="0"/>
              <a:t>Can use inequalities – e.g., </a:t>
            </a:r>
          </a:p>
          <a:p>
            <a:pPr lvl="3"/>
            <a:r>
              <a:rPr lang="en-US" dirty="0"/>
              <a:t>subtype discriminator value is &lt; some value, it is subtype A</a:t>
            </a:r>
          </a:p>
          <a:p>
            <a:pPr lvl="3"/>
            <a:r>
              <a:rPr lang="en-US" dirty="0"/>
              <a:t>subtype discriminator value is &gt; some value, it is subtype B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853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4BB9-0D12-AE29-EB23-E2CA5883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D7174-87A1-EAFE-7255-B0E636FE7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7963" cy="4351338"/>
          </a:xfrm>
        </p:spPr>
        <p:txBody>
          <a:bodyPr/>
          <a:lstStyle/>
          <a:p>
            <a:r>
              <a:rPr lang="en-US" dirty="0"/>
              <a:t>Subtype discriminator</a:t>
            </a:r>
          </a:p>
          <a:p>
            <a:pPr lvl="1"/>
            <a:r>
              <a:rPr lang="en-US" dirty="0"/>
              <a:t>Person</a:t>
            </a:r>
          </a:p>
          <a:p>
            <a:pPr lvl="1"/>
            <a:r>
              <a:rPr lang="en-US" dirty="0"/>
              <a:t>Student</a:t>
            </a:r>
          </a:p>
          <a:p>
            <a:pPr lvl="1"/>
            <a:r>
              <a:rPr lang="en-US" dirty="0"/>
              <a:t>Employee</a:t>
            </a:r>
          </a:p>
          <a:p>
            <a:r>
              <a:rPr lang="en-US" dirty="0"/>
              <a:t>Remember</a:t>
            </a:r>
          </a:p>
          <a:p>
            <a:pPr lvl="1"/>
            <a:r>
              <a:rPr lang="en-US" dirty="0"/>
              <a:t>It is an attribute</a:t>
            </a:r>
          </a:p>
          <a:p>
            <a:pPr lvl="1"/>
            <a:r>
              <a:rPr lang="en-US" dirty="0"/>
              <a:t>Use good naming</a:t>
            </a:r>
          </a:p>
          <a:p>
            <a:pPr lvl="1"/>
            <a:r>
              <a:rPr lang="en-US" dirty="0"/>
              <a:t>Keep it simple</a:t>
            </a:r>
          </a:p>
          <a:p>
            <a:pPr lvl="1"/>
            <a:r>
              <a:rPr lang="en-US" dirty="0"/>
              <a:t>Example: </a:t>
            </a:r>
            <a:r>
              <a:rPr lang="en-US" dirty="0" err="1"/>
              <a:t>P_Type</a:t>
            </a:r>
            <a:r>
              <a:rPr lang="en-US" dirty="0"/>
              <a:t> may be better than P_IS_EMP and P_IS_STU in this ERD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E6A72-DD84-986C-CD06-9026076164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3" t="8458" r="6654" b="2692"/>
          <a:stretch/>
        </p:blipFill>
        <p:spPr>
          <a:xfrm>
            <a:off x="6376163" y="1825625"/>
            <a:ext cx="4977637" cy="4351338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5BFEF55A-1B03-F1AE-85F0-5CBF71CE9F1F}"/>
              </a:ext>
            </a:extLst>
          </p:cNvPr>
          <p:cNvSpPr/>
          <p:nvPr/>
        </p:nvSpPr>
        <p:spPr>
          <a:xfrm>
            <a:off x="8532108" y="2550122"/>
            <a:ext cx="76200" cy="15240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76E9EC-090D-E00C-793A-5361F7326CD7}"/>
              </a:ext>
            </a:extLst>
          </p:cNvPr>
          <p:cNvCxnSpPr>
            <a:cxnSpLocks/>
          </p:cNvCxnSpPr>
          <p:nvPr/>
        </p:nvCxnSpPr>
        <p:spPr>
          <a:xfrm>
            <a:off x="2626895" y="2901329"/>
            <a:ext cx="7274108" cy="1753746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883F14D3-3586-27ED-1341-510CF2259289}"/>
              </a:ext>
            </a:extLst>
          </p:cNvPr>
          <p:cNvSpPr/>
          <p:nvPr/>
        </p:nvSpPr>
        <p:spPr>
          <a:xfrm>
            <a:off x="7285121" y="4502675"/>
            <a:ext cx="76200" cy="15240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336E83-B947-45C1-0D18-F3D2B6DABA55}"/>
              </a:ext>
            </a:extLst>
          </p:cNvPr>
          <p:cNvCxnSpPr>
            <a:cxnSpLocks/>
          </p:cNvCxnSpPr>
          <p:nvPr/>
        </p:nvCxnSpPr>
        <p:spPr>
          <a:xfrm>
            <a:off x="2626895" y="2460172"/>
            <a:ext cx="5905213" cy="15240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4B6747-ED7A-5333-DB05-C5FAAA3E2E53}"/>
              </a:ext>
            </a:extLst>
          </p:cNvPr>
          <p:cNvCxnSpPr>
            <a:cxnSpLocks/>
          </p:cNvCxnSpPr>
          <p:nvPr/>
        </p:nvCxnSpPr>
        <p:spPr>
          <a:xfrm>
            <a:off x="2921955" y="3337069"/>
            <a:ext cx="4296992" cy="1165606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426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5109-8A24-435F-B9E0-33D1A4E6A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1516A-BA61-A611-718D-5F29833C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Special types of constraints</a:t>
            </a:r>
          </a:p>
          <a:p>
            <a:pPr lvl="1"/>
            <a:r>
              <a:rPr lang="en-US" dirty="0"/>
              <a:t>Disjoint subtypes</a:t>
            </a:r>
          </a:p>
          <a:p>
            <a:pPr lvl="2"/>
            <a:r>
              <a:rPr lang="en-US" dirty="0"/>
              <a:t>Contains a unique subset of the supertype entity set</a:t>
            </a:r>
          </a:p>
          <a:p>
            <a:pPr lvl="2"/>
            <a:r>
              <a:rPr lang="en-US" dirty="0"/>
              <a:t>Supertype entity occurrence can be only one of the subtypes</a:t>
            </a:r>
          </a:p>
          <a:p>
            <a:pPr lvl="1"/>
            <a:r>
              <a:rPr lang="en-US" dirty="0"/>
              <a:t>Overlapping subtypes</a:t>
            </a:r>
          </a:p>
          <a:p>
            <a:pPr lvl="2"/>
            <a:r>
              <a:rPr lang="en-US" dirty="0"/>
              <a:t>Contain nonunique subsets of the supertype entity set</a:t>
            </a:r>
          </a:p>
          <a:p>
            <a:pPr lvl="2"/>
            <a:r>
              <a:rPr lang="en-US" dirty="0"/>
              <a:t>Supertype entity occurrence can be one or more of the subtypes</a:t>
            </a:r>
          </a:p>
          <a:p>
            <a:pPr lvl="1"/>
            <a:r>
              <a:rPr lang="en-US" dirty="0"/>
              <a:t>Completeness: specifies if supertype occurrence must also be a subtype</a:t>
            </a:r>
          </a:p>
          <a:p>
            <a:pPr lvl="2"/>
            <a:r>
              <a:rPr lang="en-US" dirty="0"/>
              <a:t>Partial completeness</a:t>
            </a:r>
          </a:p>
          <a:p>
            <a:pPr lvl="3"/>
            <a:r>
              <a:rPr lang="en-US" dirty="0"/>
              <a:t>Not every supertype occurrence is a member of a subtype</a:t>
            </a:r>
          </a:p>
          <a:p>
            <a:pPr lvl="2"/>
            <a:r>
              <a:rPr lang="en-US" dirty="0"/>
              <a:t>Total completeness</a:t>
            </a:r>
          </a:p>
          <a:p>
            <a:pPr lvl="3"/>
            <a:r>
              <a:rPr lang="en-US" dirty="0"/>
              <a:t>Every supertype occurrence must be a member of a subtype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44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2633D-BCEF-F004-A94C-CA03250E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1448B-8DFE-F905-2840-7F965CFA6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0990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 in the circle means disjoint</a:t>
            </a:r>
          </a:p>
          <a:p>
            <a:r>
              <a:rPr lang="en-US" dirty="0"/>
              <a:t>o in the circle means overlapping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Screen Clipping">
            <a:extLst>
              <a:ext uri="{FF2B5EF4-FFF2-40B4-BE49-F238E27FC236}">
                <a16:creationId xmlns:a16="http://schemas.microsoft.com/office/drawing/2014/main" id="{224BD335-7EFD-F0D3-F340-80B08B93E4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6" t="14188" r="196"/>
          <a:stretch/>
        </p:blipFill>
        <p:spPr>
          <a:xfrm>
            <a:off x="838200" y="1790990"/>
            <a:ext cx="10591801" cy="27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6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57C8-089D-6E01-86BB-CB4B493F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47FC5-F2C0-9573-F0E5-0924E39CC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34E036-2B6C-5F83-DD66-4404F9602E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3" t="8487" r="7485" b="2664"/>
          <a:stretch/>
        </p:blipFill>
        <p:spPr>
          <a:xfrm>
            <a:off x="3636818" y="1825625"/>
            <a:ext cx="49183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8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DD65-0C1A-2E6C-2CD9-437E01D0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520B9-6E42-00D8-179B-66E0EB938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5345F9-A6A4-7955-8B31-D7EFDE2F2E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0" t="7071" r="6325" b="1412"/>
          <a:stretch/>
        </p:blipFill>
        <p:spPr>
          <a:xfrm>
            <a:off x="2857500" y="1825625"/>
            <a:ext cx="6477000" cy="435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517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48BB4-1F69-6ADB-2A3F-1EAAC365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A169-1536-E11E-D61A-ED2C1389B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723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PERSON(</a:t>
            </a:r>
            <a:r>
              <a:rPr lang="en-US" b="1" u="sng" dirty="0"/>
              <a:t>p_id</a:t>
            </a:r>
            <a:r>
              <a:rPr lang="en-US" dirty="0"/>
              <a:t>, p_lname, p_fname, p_is_emp, p_is_stu)</a:t>
            </a:r>
          </a:p>
          <a:p>
            <a:pPr marL="0" indent="0">
              <a:buNone/>
            </a:pPr>
            <a:r>
              <a:rPr lang="en-US" dirty="0"/>
              <a:t>EMPLOYEE(</a:t>
            </a:r>
            <a:r>
              <a:rPr lang="en-US" b="1" i="1" u="sng" dirty="0"/>
              <a:t>p_id</a:t>
            </a:r>
            <a:r>
              <a:rPr lang="en-US" dirty="0"/>
              <a:t>, emp_hire_date, emp_is_adm, emp_is_prof, </a:t>
            </a:r>
            <a:r>
              <a:rPr lang="en-US" i="1" dirty="0"/>
              <a:t>office_num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STUDENT(</a:t>
            </a:r>
            <a:r>
              <a:rPr lang="en-US" b="1" i="1" u="sng" dirty="0"/>
              <a:t>p_id</a:t>
            </a:r>
            <a:r>
              <a:rPr lang="en-US" dirty="0"/>
              <a:t>, stu_major, stu_type)</a:t>
            </a:r>
          </a:p>
          <a:p>
            <a:pPr marL="0" indent="0">
              <a:buNone/>
            </a:pPr>
            <a:r>
              <a:rPr lang="en-US" dirty="0"/>
              <a:t>ADMINISTRATOR(</a:t>
            </a:r>
            <a:r>
              <a:rPr lang="en-US" b="1" i="1" u="sng" dirty="0"/>
              <a:t>p_id</a:t>
            </a:r>
            <a:r>
              <a:rPr lang="en-US" dirty="0"/>
              <a:t>, adm_title)</a:t>
            </a:r>
          </a:p>
          <a:p>
            <a:pPr marL="0" indent="0">
              <a:buNone/>
            </a:pPr>
            <a:r>
              <a:rPr lang="en-US" dirty="0"/>
              <a:t>PROFESSOR(</a:t>
            </a:r>
            <a:r>
              <a:rPr lang="en-US" b="1" i="1" u="sng" dirty="0"/>
              <a:t>p_id</a:t>
            </a:r>
            <a:r>
              <a:rPr lang="en-US" dirty="0"/>
              <a:t>, prof_rank)</a:t>
            </a:r>
          </a:p>
          <a:p>
            <a:pPr marL="0" indent="0">
              <a:buNone/>
            </a:pPr>
            <a:r>
              <a:rPr lang="en-US" dirty="0"/>
              <a:t>GRADUATE(</a:t>
            </a:r>
            <a:r>
              <a:rPr lang="en-US" b="1" i="1" u="sng" dirty="0"/>
              <a:t>p_id</a:t>
            </a:r>
            <a:r>
              <a:rPr lang="en-US" dirty="0"/>
              <a:t>, grad_thesis)</a:t>
            </a:r>
          </a:p>
          <a:p>
            <a:pPr marL="0" indent="0">
              <a:buNone/>
            </a:pPr>
            <a:r>
              <a:rPr lang="en-US" dirty="0"/>
              <a:t>UNDERGRAD(</a:t>
            </a:r>
            <a:r>
              <a:rPr lang="en-US" b="1" i="1" u="sng" dirty="0"/>
              <a:t>p_id</a:t>
            </a:r>
            <a:r>
              <a:rPr lang="en-US" dirty="0"/>
              <a:t>, und_hours)</a:t>
            </a:r>
          </a:p>
          <a:p>
            <a:pPr marL="0" indent="0">
              <a:buNone/>
            </a:pPr>
            <a:r>
              <a:rPr lang="en-US" dirty="0"/>
              <a:t>OFFICE(</a:t>
            </a:r>
            <a:r>
              <a:rPr lang="en-US" b="1" u="sng" dirty="0"/>
              <a:t>office_num</a:t>
            </a:r>
            <a:r>
              <a:rPr lang="en-US" dirty="0"/>
              <a:t>, office_phone)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637F70-D453-83D9-962B-7C5E9BB929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3" t="8487" r="7485" b="2664"/>
          <a:stretch/>
        </p:blipFill>
        <p:spPr>
          <a:xfrm>
            <a:off x="6435436" y="1825625"/>
            <a:ext cx="49183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99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2843-9CFD-5ABB-B6EC-460E9A6EB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052CB-A3CC-395D-635E-ED818F1CB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Granite Sales Company keeps information on employees and their work departments.</a:t>
            </a:r>
          </a:p>
          <a:p>
            <a:r>
              <a:rPr lang="en-US" dirty="0"/>
              <a:t>The department name, internal mailbox number, and office phone extension are kept for each department.</a:t>
            </a:r>
          </a:p>
          <a:p>
            <a:r>
              <a:rPr lang="en-US" dirty="0"/>
              <a:t>A department can have many assigned employees, each assigned to only one department.</a:t>
            </a:r>
          </a:p>
          <a:p>
            <a:r>
              <a:rPr lang="en-US" dirty="0"/>
              <a:t>Employees can be salaried employees, hourly employees, or contract employees.</a:t>
            </a:r>
          </a:p>
          <a:p>
            <a:r>
              <a:rPr lang="en-US" dirty="0"/>
              <a:t>All employees are assigned an employee number, which is kept along with the employee’s name and address.</a:t>
            </a:r>
          </a:p>
          <a:p>
            <a:r>
              <a:rPr lang="en-US" dirty="0"/>
              <a:t>For hourly employees, hourly wage and target weekly work hours are stored (e.g., the company may target 40 hours/week for some, 32 hours/week for others, and 20 hours/week for others).</a:t>
            </a:r>
          </a:p>
          <a:p>
            <a:r>
              <a:rPr lang="en-US" dirty="0"/>
              <a:t>Some salaried employees are salespeople who can earn a commission in addition to their base salary.</a:t>
            </a:r>
          </a:p>
          <a:p>
            <a:r>
              <a:rPr lang="en-US" dirty="0"/>
              <a:t>The yearly salary amount is recorded in the system for all salaried employees.</a:t>
            </a:r>
          </a:p>
          <a:p>
            <a:r>
              <a:rPr lang="en-US" dirty="0"/>
              <a:t>For salespeople, their commission percentage on sales and commission percentage on profit are stored in the system. For example, John is a salesperson with a base salary of $50,000 per year plus a 2-percent commission on the sales price for all sales he makes plus another 5 percent of the profit on each.</a:t>
            </a:r>
          </a:p>
          <a:p>
            <a:r>
              <a:rPr lang="en-US" dirty="0"/>
              <a:t>For contract employees, the beginning date and end dates of their contract are stored along with the billing rate for their hours.</a:t>
            </a:r>
          </a:p>
        </p:txBody>
      </p:sp>
    </p:spTree>
    <p:extLst>
      <p:ext uri="{BB962C8B-B14F-4D97-AF65-F5344CB8AC3E}">
        <p14:creationId xmlns:p14="http://schemas.microsoft.com/office/powerpoint/2010/main" val="3938335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EB734-A480-40E6-9A27-98F17FA55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7558A-3611-2240-BE1D-BDF4FE20D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D09B4-1218-1D7C-3A93-4B6C386F8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011" y="1825624"/>
            <a:ext cx="3961977" cy="43513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2351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1185</TotalTime>
  <Words>784</Words>
  <Application>Microsoft Office PowerPoint</Application>
  <PresentationFormat>Widescreen</PresentationFormat>
  <Paragraphs>107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2013 - 2022 Theme</vt:lpstr>
      <vt:lpstr>Advanced Data Modeling</vt:lpstr>
      <vt:lpstr>Specialization Hierarchy</vt:lpstr>
      <vt:lpstr>Specialization Hierarchy</vt:lpstr>
      <vt:lpstr>Specialization Hierarchy</vt:lpstr>
      <vt:lpstr>Specialization Hierarchy</vt:lpstr>
      <vt:lpstr>Specialization Hierarchy</vt:lpstr>
      <vt:lpstr>Specialization Hierarchy</vt:lpstr>
      <vt:lpstr>Specialization Hierarchy</vt:lpstr>
      <vt:lpstr>Specialization Hierarchy</vt:lpstr>
      <vt:lpstr>Specialization Hierarchy</vt:lpstr>
      <vt:lpstr>Specialization Hierarchy</vt:lpstr>
      <vt:lpstr>Specialization Hierarchy</vt:lpstr>
      <vt:lpstr>Specialization Hierarchy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Models</dc:title>
  <dc:creator>Jason Powell</dc:creator>
  <cp:lastModifiedBy>Jason Powell</cp:lastModifiedBy>
  <cp:revision>4</cp:revision>
  <dcterms:created xsi:type="dcterms:W3CDTF">2023-05-24T16:27:08Z</dcterms:created>
  <dcterms:modified xsi:type="dcterms:W3CDTF">2026-01-18T02:58:23Z</dcterms:modified>
</cp:coreProperties>
</file>